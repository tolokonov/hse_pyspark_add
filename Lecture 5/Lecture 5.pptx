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5" r:id="rId2"/>
    <p:sldId id="295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306" r:id="rId14"/>
    <p:sldId id="274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91" autoAdjust="0"/>
    <p:restoredTop sz="94660"/>
  </p:normalViewPr>
  <p:slideViewPr>
    <p:cSldViewPr>
      <p:cViewPr varScale="1">
        <p:scale>
          <a:sx n="39" d="100"/>
          <a:sy n="39" d="100"/>
        </p:scale>
        <p:origin x="106" y="3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лья Толоконов" userId="5d8833687a0f43b3" providerId="LiveId" clId="{5569BF33-C92B-4D40-A52A-48CBEFD8D4CF}"/>
    <pc:docChg chg="undo custSel addSld delSld modSld sldOrd">
      <pc:chgData name="Илья Толоконов" userId="5d8833687a0f43b3" providerId="LiveId" clId="{5569BF33-C92B-4D40-A52A-48CBEFD8D4CF}" dt="2026-05-11T10:12:05.837" v="1103" actId="1076"/>
      <pc:docMkLst>
        <pc:docMk/>
      </pc:docMkLst>
      <pc:sldChg chg="del">
        <pc:chgData name="Илья Толоконов" userId="5d8833687a0f43b3" providerId="LiveId" clId="{5569BF33-C92B-4D40-A52A-48CBEFD8D4CF}" dt="2026-05-11T09:17:38.844" v="94" actId="2696"/>
        <pc:sldMkLst>
          <pc:docMk/>
          <pc:sldMk cId="0" sldId="256"/>
        </pc:sldMkLst>
      </pc:sldChg>
      <pc:sldChg chg="del">
        <pc:chgData name="Илья Толоконов" userId="5d8833687a0f43b3" providerId="LiveId" clId="{5569BF33-C92B-4D40-A52A-48CBEFD8D4CF}" dt="2026-05-11T09:17:56.693" v="95" actId="2696"/>
        <pc:sldMkLst>
          <pc:docMk/>
          <pc:sldMk cId="0" sldId="259"/>
        </pc:sldMkLst>
      </pc:sldChg>
      <pc:sldChg chg="modSp mod setBg">
        <pc:chgData name="Илья Толоконов" userId="5d8833687a0f43b3" providerId="LiveId" clId="{5569BF33-C92B-4D40-A52A-48CBEFD8D4CF}" dt="2026-05-11T09:38:55.736" v="132" actId="6559"/>
        <pc:sldMkLst>
          <pc:docMk/>
          <pc:sldMk cId="0" sldId="260"/>
        </pc:sldMkLst>
        <pc:spChg chg="mod">
          <ac:chgData name="Илья Толоконов" userId="5d8833687a0f43b3" providerId="LiveId" clId="{5569BF33-C92B-4D40-A52A-48CBEFD8D4CF}" dt="2026-05-11T09:38:55.736" v="132" actId="6559"/>
          <ac:spMkLst>
            <pc:docMk/>
            <pc:sldMk cId="0" sldId="260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28:48.408" v="111" actId="2711"/>
          <ac:spMkLst>
            <pc:docMk/>
            <pc:sldMk cId="0" sldId="260"/>
            <ac:spMk id="3" creationId="{00000000-0000-0000-0000-000000000000}"/>
          </ac:spMkLst>
        </pc:spChg>
      </pc:sldChg>
      <pc:sldChg chg="modSp mod setBg">
        <pc:chgData name="Илья Толоконов" userId="5d8833687a0f43b3" providerId="LiveId" clId="{5569BF33-C92B-4D40-A52A-48CBEFD8D4CF}" dt="2026-05-11T09:40:18.461" v="150" actId="1076"/>
        <pc:sldMkLst>
          <pc:docMk/>
          <pc:sldMk cId="0" sldId="261"/>
        </pc:sldMkLst>
        <pc:spChg chg="mod">
          <ac:chgData name="Илья Толоконов" userId="5d8833687a0f43b3" providerId="LiveId" clId="{5569BF33-C92B-4D40-A52A-48CBEFD8D4CF}" dt="2026-05-11T09:40:06.756" v="149" actId="6559"/>
          <ac:spMkLst>
            <pc:docMk/>
            <pc:sldMk cId="0" sldId="261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40:18.461" v="150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 setBg">
        <pc:chgData name="Илья Толоконов" userId="5d8833687a0f43b3" providerId="LiveId" clId="{5569BF33-C92B-4D40-A52A-48CBEFD8D4CF}" dt="2026-05-11T09:40:38.640" v="154" actId="113"/>
        <pc:sldMkLst>
          <pc:docMk/>
          <pc:sldMk cId="0" sldId="262"/>
        </pc:sldMkLst>
        <pc:spChg chg="mod">
          <ac:chgData name="Илья Толоконов" userId="5d8833687a0f43b3" providerId="LiveId" clId="{5569BF33-C92B-4D40-A52A-48CBEFD8D4CF}" dt="2026-05-11T09:40:38.640" v="154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6:16.861" v="11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setBg">
        <pc:chgData name="Илья Толоконов" userId="5d8833687a0f43b3" providerId="LiveId" clId="{5569BF33-C92B-4D40-A52A-48CBEFD8D4CF}" dt="2026-05-11T09:41:51.758" v="174" actId="692"/>
        <pc:sldMkLst>
          <pc:docMk/>
          <pc:sldMk cId="0" sldId="263"/>
        </pc:sldMkLst>
        <pc:spChg chg="mod">
          <ac:chgData name="Илья Толоконов" userId="5d8833687a0f43b3" providerId="LiveId" clId="{5569BF33-C92B-4D40-A52A-48CBEFD8D4CF}" dt="2026-05-11T09:41:44.548" v="173" actId="1076"/>
          <ac:spMkLst>
            <pc:docMk/>
            <pc:sldMk cId="0" sldId="263"/>
            <ac:spMk id="3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5-11T09:41:51.758" v="174" actId="692"/>
          <ac:picMkLst>
            <pc:docMk/>
            <pc:sldMk cId="0" sldId="263"/>
            <ac:picMk id="2" creationId="{00000000-0000-0000-0000-000000000000}"/>
          </ac:picMkLst>
        </pc:picChg>
      </pc:sldChg>
      <pc:sldChg chg="modSp mod setBg">
        <pc:chgData name="Илья Толоконов" userId="5d8833687a0f43b3" providerId="LiveId" clId="{5569BF33-C92B-4D40-A52A-48CBEFD8D4CF}" dt="2026-05-11T09:42:05.008" v="175" actId="692"/>
        <pc:sldMkLst>
          <pc:docMk/>
          <pc:sldMk cId="0" sldId="264"/>
        </pc:sldMkLst>
        <pc:picChg chg="mod">
          <ac:chgData name="Илья Толоконов" userId="5d8833687a0f43b3" providerId="LiveId" clId="{5569BF33-C92B-4D40-A52A-48CBEFD8D4CF}" dt="2026-05-11T09:42:05.008" v="175" actId="692"/>
          <ac:picMkLst>
            <pc:docMk/>
            <pc:sldMk cId="0" sldId="264"/>
            <ac:picMk id="2" creationId="{00000000-0000-0000-0000-000000000000}"/>
          </ac:picMkLst>
        </pc:picChg>
      </pc:sldChg>
      <pc:sldChg chg="addSp delSp modSp mod setBg">
        <pc:chgData name="Илья Толоконов" userId="5d8833687a0f43b3" providerId="LiveId" clId="{5569BF33-C92B-4D40-A52A-48CBEFD8D4CF}" dt="2026-05-11T09:44:06.742" v="255" actId="478"/>
        <pc:sldMkLst>
          <pc:docMk/>
          <pc:sldMk cId="0" sldId="265"/>
        </pc:sldMkLst>
        <pc:spChg chg="del mod">
          <ac:chgData name="Илья Толоконов" userId="5d8833687a0f43b3" providerId="LiveId" clId="{5569BF33-C92B-4D40-A52A-48CBEFD8D4CF}" dt="2026-05-11T09:44:05.324" v="254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43:27.262" v="253" actId="20577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Илья Толоконов" userId="5d8833687a0f43b3" providerId="LiveId" clId="{5569BF33-C92B-4D40-A52A-48CBEFD8D4CF}" dt="2026-05-11T09:44:06.742" v="255" actId="478"/>
          <ac:spMkLst>
            <pc:docMk/>
            <pc:sldMk cId="0" sldId="265"/>
            <ac:spMk id="5" creationId="{FD42E55D-1412-1625-BA48-16A3F183B877}"/>
          </ac:spMkLst>
        </pc:spChg>
      </pc:sldChg>
      <pc:sldChg chg="setBg">
        <pc:chgData name="Илья Толоконов" userId="5d8833687a0f43b3" providerId="LiveId" clId="{5569BF33-C92B-4D40-A52A-48CBEFD8D4CF}" dt="2026-05-11T09:21:16.218" v="104"/>
        <pc:sldMkLst>
          <pc:docMk/>
          <pc:sldMk cId="0" sldId="266"/>
        </pc:sldMkLst>
      </pc:sldChg>
      <pc:sldChg chg="modSp mod setBg">
        <pc:chgData name="Илья Толоконов" userId="5d8833687a0f43b3" providerId="LiveId" clId="{5569BF33-C92B-4D40-A52A-48CBEFD8D4CF}" dt="2026-05-11T09:44:24.872" v="258" actId="1076"/>
        <pc:sldMkLst>
          <pc:docMk/>
          <pc:sldMk cId="0" sldId="267"/>
        </pc:sldMkLst>
        <pc:spChg chg="mod">
          <ac:chgData name="Илья Толоконов" userId="5d8833687a0f43b3" providerId="LiveId" clId="{5569BF33-C92B-4D40-A52A-48CBEFD8D4CF}" dt="2026-05-11T09:44:24.872" v="258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6:59.752" v="120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7:10.142" v="121" actId="2711"/>
          <ac:spMkLst>
            <pc:docMk/>
            <pc:sldMk cId="0" sldId="267"/>
            <ac:spMk id="5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7:18.094" v="122" actId="2711"/>
          <ac:spMkLst>
            <pc:docMk/>
            <pc:sldMk cId="0" sldId="267"/>
            <ac:spMk id="8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7:28.566" v="124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7:33.452" v="125" actId="2711"/>
          <ac:spMkLst>
            <pc:docMk/>
            <pc:sldMk cId="0" sldId="267"/>
            <ac:spMk id="1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7:42.842" v="127" actId="1410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5-11T09:36:44.954" v="118" actId="2711"/>
          <ac:spMkLst>
            <pc:docMk/>
            <pc:sldMk cId="0" sldId="267"/>
            <ac:spMk id="15" creationId="{00000000-0000-0000-0000-000000000000}"/>
          </ac:spMkLst>
        </pc:spChg>
      </pc:sldChg>
      <pc:sldChg chg="modSp mod setBg">
        <pc:chgData name="Илья Толоконов" userId="5d8833687a0f43b3" providerId="LiveId" clId="{5569BF33-C92B-4D40-A52A-48CBEFD8D4CF}" dt="2026-05-11T09:44:34.962" v="259" actId="692"/>
        <pc:sldMkLst>
          <pc:docMk/>
          <pc:sldMk cId="0" sldId="268"/>
        </pc:sldMkLst>
        <pc:picChg chg="mod">
          <ac:chgData name="Илья Толоконов" userId="5d8833687a0f43b3" providerId="LiveId" clId="{5569BF33-C92B-4D40-A52A-48CBEFD8D4CF}" dt="2026-05-11T09:44:34.962" v="259" actId="692"/>
          <ac:picMkLst>
            <pc:docMk/>
            <pc:sldMk cId="0" sldId="268"/>
            <ac:picMk id="2" creationId="{00000000-0000-0000-0000-000000000000}"/>
          </ac:picMkLst>
        </pc:picChg>
      </pc:sldChg>
      <pc:sldChg chg="addSp delSp modSp mod setBg">
        <pc:chgData name="Илья Толоконов" userId="5d8833687a0f43b3" providerId="LiveId" clId="{5569BF33-C92B-4D40-A52A-48CBEFD8D4CF}" dt="2026-05-11T09:46:29.546" v="272" actId="478"/>
        <pc:sldMkLst>
          <pc:docMk/>
          <pc:sldMk cId="0" sldId="269"/>
        </pc:sldMkLst>
        <pc:picChg chg="mod">
          <ac:chgData name="Илья Толоконов" userId="5d8833687a0f43b3" providerId="LiveId" clId="{5569BF33-C92B-4D40-A52A-48CBEFD8D4CF}" dt="2026-05-11T09:44:51.842" v="260" actId="692"/>
          <ac:picMkLst>
            <pc:docMk/>
            <pc:sldMk cId="0" sldId="269"/>
            <ac:picMk id="2" creationId="{00000000-0000-0000-0000-000000000000}"/>
          </ac:picMkLst>
        </pc:picChg>
        <pc:picChg chg="add del mod">
          <ac:chgData name="Илья Толоконов" userId="5d8833687a0f43b3" providerId="LiveId" clId="{5569BF33-C92B-4D40-A52A-48CBEFD8D4CF}" dt="2026-05-11T09:46:29.546" v="272" actId="478"/>
          <ac:picMkLst>
            <pc:docMk/>
            <pc:sldMk cId="0" sldId="269"/>
            <ac:picMk id="3" creationId="{DC7A8B53-7826-0D9D-FA0A-4836944F9D7A}"/>
          </ac:picMkLst>
        </pc:picChg>
      </pc:sldChg>
      <pc:sldChg chg="addSp delSp modSp del mod setBg">
        <pc:chgData name="Илья Толоконов" userId="5d8833687a0f43b3" providerId="LiveId" clId="{5569BF33-C92B-4D40-A52A-48CBEFD8D4CF}" dt="2026-05-11T09:48:27.196" v="338" actId="2696"/>
        <pc:sldMkLst>
          <pc:docMk/>
          <pc:sldMk cId="0" sldId="270"/>
        </pc:sldMkLst>
        <pc:spChg chg="add mod">
          <ac:chgData name="Илья Толоконов" userId="5d8833687a0f43b3" providerId="LiveId" clId="{5569BF33-C92B-4D40-A52A-48CBEFD8D4CF}" dt="2026-05-11T09:46:42.927" v="274"/>
          <ac:spMkLst>
            <pc:docMk/>
            <pc:sldMk cId="0" sldId="270"/>
            <ac:spMk id="4" creationId="{AA59B918-0B6C-A794-B964-D6FE543D19F5}"/>
          </ac:spMkLst>
        </pc:spChg>
        <pc:spChg chg="add del mod">
          <ac:chgData name="Илья Толоконов" userId="5d8833687a0f43b3" providerId="LiveId" clId="{5569BF33-C92B-4D40-A52A-48CBEFD8D4CF}" dt="2026-05-11T09:47:13.587" v="278" actId="478"/>
          <ac:spMkLst>
            <pc:docMk/>
            <pc:sldMk cId="0" sldId="270"/>
            <ac:spMk id="5" creationId="{F9313840-26A9-98E6-BB93-73D82F255999}"/>
          </ac:spMkLst>
        </pc:spChg>
        <pc:picChg chg="mod">
          <ac:chgData name="Илья Толоконов" userId="5d8833687a0f43b3" providerId="LiveId" clId="{5569BF33-C92B-4D40-A52A-48CBEFD8D4CF}" dt="2026-05-11T09:45:24.632" v="263" actId="1076"/>
          <ac:picMkLst>
            <pc:docMk/>
            <pc:sldMk cId="0" sldId="270"/>
            <ac:picMk id="2" creationId="{00000000-0000-0000-0000-000000000000}"/>
          </ac:picMkLst>
        </pc:picChg>
        <pc:picChg chg="add mod">
          <ac:chgData name="Илья Толоконов" userId="5d8833687a0f43b3" providerId="LiveId" clId="{5569BF33-C92B-4D40-A52A-48CBEFD8D4CF}" dt="2026-05-11T09:45:42.329" v="268" actId="1076"/>
          <ac:picMkLst>
            <pc:docMk/>
            <pc:sldMk cId="0" sldId="270"/>
            <ac:picMk id="3" creationId="{FD31573B-E92A-5AFB-6218-F2327ADB0A2B}"/>
          </ac:picMkLst>
        </pc:picChg>
      </pc:sldChg>
      <pc:sldChg chg="del setBg">
        <pc:chgData name="Илья Толоконов" userId="5d8833687a0f43b3" providerId="LiveId" clId="{5569BF33-C92B-4D40-A52A-48CBEFD8D4CF}" dt="2026-05-11T09:45:52.120" v="269" actId="2696"/>
        <pc:sldMkLst>
          <pc:docMk/>
          <pc:sldMk cId="0" sldId="271"/>
        </pc:sldMkLst>
      </pc:sldChg>
      <pc:sldChg chg="modSp mod setBg">
        <pc:chgData name="Илья Толоконов" userId="5d8833687a0f43b3" providerId="LiveId" clId="{5569BF33-C92B-4D40-A52A-48CBEFD8D4CF}" dt="2026-05-11T09:38:35.796" v="129" actId="122"/>
        <pc:sldMkLst>
          <pc:docMk/>
          <pc:sldMk cId="0" sldId="274"/>
        </pc:sldMkLst>
        <pc:spChg chg="mod">
          <ac:chgData name="Илья Толоконов" userId="5d8833687a0f43b3" providerId="LiveId" clId="{5569BF33-C92B-4D40-A52A-48CBEFD8D4CF}" dt="2026-05-11T09:38:35.796" v="129" actId="122"/>
          <ac:spMkLst>
            <pc:docMk/>
            <pc:sldMk cId="0" sldId="274"/>
            <ac:spMk id="2" creationId="{00000000-0000-0000-0000-000000000000}"/>
          </ac:spMkLst>
        </pc:spChg>
      </pc:sldChg>
      <pc:sldChg chg="addSp delSp modSp add mod setBg">
        <pc:chgData name="Илья Толоконов" userId="5d8833687a0f43b3" providerId="LiveId" clId="{5569BF33-C92B-4D40-A52A-48CBEFD8D4CF}" dt="2026-05-11T09:20:37.517" v="97" actId="478"/>
        <pc:sldMkLst>
          <pc:docMk/>
          <pc:sldMk cId="0" sldId="295"/>
        </pc:sldMkLst>
        <pc:spChg chg="mod">
          <ac:chgData name="Илья Толоконов" userId="5d8833687a0f43b3" providerId="LiveId" clId="{5569BF33-C92B-4D40-A52A-48CBEFD8D4CF}" dt="2026-05-11T09:17:29.313" v="93" actId="113"/>
          <ac:spMkLst>
            <pc:docMk/>
            <pc:sldMk cId="0" sldId="295"/>
            <ac:spMk id="3" creationId="{00000000-0000-0000-0000-000000000000}"/>
          </ac:spMkLst>
        </pc:spChg>
        <pc:picChg chg="add del mod">
          <ac:chgData name="Илья Толоконов" userId="5d8833687a0f43b3" providerId="LiveId" clId="{5569BF33-C92B-4D40-A52A-48CBEFD8D4CF}" dt="2026-05-11T09:20:37.517" v="97" actId="478"/>
          <ac:picMkLst>
            <pc:docMk/>
            <pc:sldMk cId="0" sldId="295"/>
            <ac:picMk id="2" creationId="{1D74AC99-0C6E-ABAA-30DC-7787DBEC97B0}"/>
          </ac:picMkLst>
        </pc:picChg>
      </pc:sldChg>
      <pc:sldChg chg="modSp add mod ord">
        <pc:chgData name="Илья Толоконов" userId="5d8833687a0f43b3" providerId="LiveId" clId="{5569BF33-C92B-4D40-A52A-48CBEFD8D4CF}" dt="2026-05-11T09:16:43.782" v="90" actId="1036"/>
        <pc:sldMkLst>
          <pc:docMk/>
          <pc:sldMk cId="1971756677" sldId="305"/>
        </pc:sldMkLst>
        <pc:spChg chg="mod">
          <ac:chgData name="Илья Толоконов" userId="5d8833687a0f43b3" providerId="LiveId" clId="{5569BF33-C92B-4D40-A52A-48CBEFD8D4CF}" dt="2026-05-11T09:16:43.782" v="90" actId="1036"/>
          <ac:spMkLst>
            <pc:docMk/>
            <pc:sldMk cId="1971756677" sldId="305"/>
            <ac:spMk id="9" creationId="{542298C8-1CAF-B4F2-522B-185172C3F892}"/>
          </ac:spMkLst>
        </pc:spChg>
      </pc:sldChg>
      <pc:sldChg chg="addSp delSp modSp add mod ord">
        <pc:chgData name="Илья Толоконов" userId="5d8833687a0f43b3" providerId="LiveId" clId="{5569BF33-C92B-4D40-A52A-48CBEFD8D4CF}" dt="2026-05-11T10:12:05.837" v="1103" actId="1076"/>
        <pc:sldMkLst>
          <pc:docMk/>
          <pc:sldMk cId="997107169" sldId="306"/>
        </pc:sldMkLst>
        <pc:spChg chg="mod">
          <ac:chgData name="Илья Толоконов" userId="5d8833687a0f43b3" providerId="LiveId" clId="{5569BF33-C92B-4D40-A52A-48CBEFD8D4CF}" dt="2026-05-11T09:47:52.235" v="313" actId="14100"/>
          <ac:spMkLst>
            <pc:docMk/>
            <pc:sldMk cId="997107169" sldId="306"/>
            <ac:spMk id="2" creationId="{01F38555-57ED-2FB6-F0D2-CE71200F16F0}"/>
          </ac:spMkLst>
        </pc:spChg>
        <pc:spChg chg="del">
          <ac:chgData name="Илья Толоконов" userId="5d8833687a0f43b3" providerId="LiveId" clId="{5569BF33-C92B-4D40-A52A-48CBEFD8D4CF}" dt="2026-05-11T09:47:56.097" v="314" actId="478"/>
          <ac:spMkLst>
            <pc:docMk/>
            <pc:sldMk cId="997107169" sldId="306"/>
            <ac:spMk id="3" creationId="{99D91584-5D0E-5282-3FF8-177B3895CF1A}"/>
          </ac:spMkLst>
        </pc:spChg>
        <pc:spChg chg="add mod">
          <ac:chgData name="Илья Толоконов" userId="5d8833687a0f43b3" providerId="LiveId" clId="{5569BF33-C92B-4D40-A52A-48CBEFD8D4CF}" dt="2026-05-11T10:11:51.857" v="1101" actId="1076"/>
          <ac:spMkLst>
            <pc:docMk/>
            <pc:sldMk cId="997107169" sldId="306"/>
            <ac:spMk id="4" creationId="{365A14FB-B642-A6F6-8B59-B09EA22DB54B}"/>
          </ac:spMkLst>
        </pc:spChg>
        <pc:spChg chg="add mod">
          <ac:chgData name="Илья Толоконов" userId="5d8833687a0f43b3" providerId="LiveId" clId="{5569BF33-C92B-4D40-A52A-48CBEFD8D4CF}" dt="2026-05-11T10:11:58.754" v="1102" actId="14100"/>
          <ac:spMkLst>
            <pc:docMk/>
            <pc:sldMk cId="997107169" sldId="306"/>
            <ac:spMk id="7" creationId="{45082AED-0FCF-247F-8132-7D48979ACEEE}"/>
          </ac:spMkLst>
        </pc:spChg>
        <pc:spChg chg="add mod">
          <ac:chgData name="Илья Толоконов" userId="5d8833687a0f43b3" providerId="LiveId" clId="{5569BF33-C92B-4D40-A52A-48CBEFD8D4CF}" dt="2026-05-11T10:12:05.837" v="1103" actId="1076"/>
          <ac:spMkLst>
            <pc:docMk/>
            <pc:sldMk cId="997107169" sldId="306"/>
            <ac:spMk id="8" creationId="{92BB916D-8772-8712-AB51-20CDF124ECBF}"/>
          </ac:spMkLst>
        </pc:spChg>
        <pc:spChg chg="add mod">
          <ac:chgData name="Илья Толоконов" userId="5d8833687a0f43b3" providerId="LiveId" clId="{5569BF33-C92B-4D40-A52A-48CBEFD8D4CF}" dt="2026-05-11T10:11:46.683" v="1100" actId="1076"/>
          <ac:spMkLst>
            <pc:docMk/>
            <pc:sldMk cId="997107169" sldId="306"/>
            <ac:spMk id="9" creationId="{576E4667-1AA9-0037-FD3C-1B5AB2F512FF}"/>
          </ac:spMkLst>
        </pc:spChg>
        <pc:picChg chg="add del mod modCrop">
          <ac:chgData name="Илья Толоконов" userId="5d8833687a0f43b3" providerId="LiveId" clId="{5569BF33-C92B-4D40-A52A-48CBEFD8D4CF}" dt="2026-05-11T10:05:32.337" v="895" actId="478"/>
          <ac:picMkLst>
            <pc:docMk/>
            <pc:sldMk cId="997107169" sldId="306"/>
            <ac:picMk id="5" creationId="{BB72E31F-E4CC-2DE5-145C-0DF30FADE123}"/>
          </ac:picMkLst>
        </pc:picChg>
        <pc:picChg chg="add del mod modCrop">
          <ac:chgData name="Илья Толоконов" userId="5d8833687a0f43b3" providerId="LiveId" clId="{5569BF33-C92B-4D40-A52A-48CBEFD8D4CF}" dt="2026-05-11T10:11:41.157" v="1099" actId="478"/>
          <ac:picMkLst>
            <pc:docMk/>
            <pc:sldMk cId="997107169" sldId="306"/>
            <ac:picMk id="6" creationId="{C3962C45-B156-0DD8-6B99-E3A64B568F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5FE15-EE1F-4A05-AB37-A085A9D7A98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473C8-50EA-4AF8-9821-AFE35B9E7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34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C44EA-E4C5-496B-B7C9-3B4932B4D63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76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31660" y="845493"/>
            <a:ext cx="9840779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1029" y="845493"/>
            <a:ext cx="16402041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08806" y="2975154"/>
            <a:ext cx="9634219" cy="549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E88F1A-DCE4-9700-AD8B-770421E3E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7907"/>
            <a:ext cx="20104100" cy="1132416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CDEAF4-F473-840F-2378-50C0B114FD40}"/>
              </a:ext>
            </a:extLst>
          </p:cNvPr>
          <p:cNvSpPr/>
          <p:nvPr/>
        </p:nvSpPr>
        <p:spPr>
          <a:xfrm>
            <a:off x="1" y="15875"/>
            <a:ext cx="20104099" cy="11324166"/>
          </a:xfrm>
          <a:prstGeom prst="rect">
            <a:avLst/>
          </a:prstGeom>
          <a:solidFill>
            <a:schemeClr val="tx1">
              <a:lumMod val="75000"/>
              <a:lumOff val="25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B2E76CA-9AD5-BD9B-37A1-3382D030BBE0}"/>
              </a:ext>
            </a:extLst>
          </p:cNvPr>
          <p:cNvSpPr txBox="1">
            <a:spLocks/>
          </p:cNvSpPr>
          <p:nvPr/>
        </p:nvSpPr>
        <p:spPr>
          <a:xfrm>
            <a:off x="374650" y="473075"/>
            <a:ext cx="1219200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8000" spc="-125" dirty="0">
                <a:solidFill>
                  <a:schemeClr val="bg1"/>
                </a:solidFill>
                <a:latin typeface="+mj-lt"/>
              </a:rPr>
              <a:t>Распределенные системы для обработки данных</a:t>
            </a:r>
            <a:endParaRPr lang="ru-RU" sz="7200" spc="-65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42298C8-1CAF-B4F2-522B-185172C3F892}"/>
              </a:ext>
            </a:extLst>
          </p:cNvPr>
          <p:cNvSpPr txBox="1">
            <a:spLocks/>
          </p:cNvSpPr>
          <p:nvPr/>
        </p:nvSpPr>
        <p:spPr>
          <a:xfrm>
            <a:off x="374650" y="9040168"/>
            <a:ext cx="20421600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6000" spc="-125" dirty="0">
                <a:solidFill>
                  <a:schemeClr val="bg1"/>
                </a:solidFill>
                <a:latin typeface="+mj-lt"/>
              </a:rPr>
              <a:t>Лекция №5</a:t>
            </a:r>
          </a:p>
          <a:p>
            <a:pPr marL="12700">
              <a:spcBef>
                <a:spcPts val="100"/>
              </a:spcBef>
            </a:pPr>
            <a:r>
              <a:rPr lang="ru-RU" sz="6000" spc="-125" dirty="0">
                <a:solidFill>
                  <a:schemeClr val="bg1"/>
                </a:solidFill>
                <a:latin typeface="+mj-lt"/>
              </a:rPr>
              <a:t>Распределенное обучение моделей. Визуализация данных.</a:t>
            </a:r>
            <a:endParaRPr lang="ru-RU" sz="6000" spc="-65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175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0450" y="2835275"/>
            <a:ext cx="16413480" cy="67883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00100" indent="-787400">
              <a:lnSpc>
                <a:spcPct val="100000"/>
              </a:lnSpc>
              <a:spcBef>
                <a:spcPts val="114"/>
              </a:spcBef>
              <a:buFont typeface="Arial"/>
              <a:buAutoNum type="arabicPeriod"/>
              <a:tabLst>
                <a:tab pos="800100" algn="l"/>
              </a:tabLst>
            </a:pPr>
            <a:r>
              <a:rPr sz="3900" dirty="0">
                <a:latin typeface="+mn-lt"/>
                <a:cs typeface="Times New Roman"/>
              </a:rPr>
              <a:t>Введение</a:t>
            </a:r>
            <a:r>
              <a:rPr sz="3900" spc="-114" dirty="0">
                <a:latin typeface="+mn-lt"/>
                <a:cs typeface="Times New Roman"/>
              </a:rPr>
              <a:t> </a:t>
            </a:r>
            <a:r>
              <a:rPr sz="3900" dirty="0">
                <a:latin typeface="+mn-lt"/>
                <a:cs typeface="Times New Roman"/>
              </a:rPr>
              <a:t>в</a:t>
            </a:r>
            <a:r>
              <a:rPr sz="3900" spc="-110" dirty="0">
                <a:latin typeface="+mn-lt"/>
                <a:cs typeface="Times New Roman"/>
              </a:rPr>
              <a:t> </a:t>
            </a:r>
            <a:r>
              <a:rPr sz="3900" dirty="0">
                <a:latin typeface="+mn-lt"/>
                <a:cs typeface="Arial"/>
              </a:rPr>
              <a:t>Big</a:t>
            </a:r>
            <a:r>
              <a:rPr sz="3900" spc="-215" dirty="0">
                <a:latin typeface="+mn-lt"/>
                <a:cs typeface="Arial"/>
              </a:rPr>
              <a:t> </a:t>
            </a:r>
            <a:r>
              <a:rPr sz="3900" spc="110" dirty="0">
                <a:latin typeface="+mn-lt"/>
                <a:cs typeface="Arial"/>
              </a:rPr>
              <a:t>Data</a:t>
            </a:r>
            <a:r>
              <a:rPr lang="ru-RU" sz="3900" spc="-10" dirty="0">
                <a:latin typeface="+mn-lt"/>
                <a:cs typeface="Arial"/>
              </a:rPr>
              <a:t>. Обзор парадигмы </a:t>
            </a:r>
            <a:r>
              <a:rPr lang="en-US" sz="3900" spc="-10" dirty="0">
                <a:latin typeface="+mn-lt"/>
                <a:cs typeface="Arial"/>
              </a:rPr>
              <a:t>MapReduce;</a:t>
            </a:r>
            <a:endParaRPr sz="3900" dirty="0">
              <a:latin typeface="+mn-lt"/>
              <a:cs typeface="Arial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Font typeface="Arial MT"/>
              <a:buAutoNum type="arabicPeriod"/>
              <a:tabLst>
                <a:tab pos="800100" algn="l"/>
              </a:tabLst>
            </a:pPr>
            <a:r>
              <a:rPr sz="3600" dirty="0">
                <a:latin typeface="+mn-lt"/>
                <a:cs typeface="Times New Roman"/>
              </a:rPr>
              <a:t>Среда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Arial MT"/>
              </a:rPr>
              <a:t>Spark.</a:t>
            </a:r>
            <a:r>
              <a:rPr sz="3600" spc="-200" dirty="0">
                <a:latin typeface="+mn-lt"/>
                <a:cs typeface="Arial MT"/>
              </a:rPr>
              <a:t> </a:t>
            </a:r>
            <a:r>
              <a:rPr sz="3600" dirty="0">
                <a:latin typeface="+mn-lt"/>
                <a:cs typeface="Arial MT"/>
              </a:rPr>
              <a:t>Spark</a:t>
            </a:r>
            <a:r>
              <a:rPr sz="3600" spc="-200" dirty="0">
                <a:latin typeface="+mn-lt"/>
                <a:cs typeface="Arial MT"/>
              </a:rPr>
              <a:t> </a:t>
            </a:r>
            <a:r>
              <a:rPr sz="3600" dirty="0">
                <a:latin typeface="+mn-lt"/>
                <a:cs typeface="Arial MT"/>
              </a:rPr>
              <a:t>RDD</a:t>
            </a:r>
            <a:r>
              <a:rPr sz="3600" spc="-2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AutoNum type="arabicPeriod"/>
              <a:tabLst>
                <a:tab pos="800100" algn="l"/>
              </a:tabLst>
            </a:pPr>
            <a:r>
              <a:rPr lang="en-US" sz="3600" dirty="0" err="1">
                <a:latin typeface="+mn-lt"/>
                <a:cs typeface="Arial MT"/>
              </a:rPr>
              <a:t>DataFrame</a:t>
            </a:r>
            <a:r>
              <a:rPr lang="en-US" sz="3600" dirty="0">
                <a:latin typeface="+mn-lt"/>
                <a:cs typeface="Arial MT"/>
              </a:rPr>
              <a:t> API</a:t>
            </a:r>
            <a:r>
              <a:rPr sz="3600" spc="-2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800100" algn="l"/>
              </a:tabLst>
            </a:pPr>
            <a:r>
              <a:rPr sz="3600" dirty="0">
                <a:latin typeface="+mn-lt"/>
                <a:cs typeface="Arial MT"/>
              </a:rPr>
              <a:t>Spark</a:t>
            </a:r>
            <a:r>
              <a:rPr sz="3600" spc="-170" dirty="0">
                <a:latin typeface="+mn-lt"/>
                <a:cs typeface="Arial MT"/>
              </a:rPr>
              <a:t> </a:t>
            </a:r>
            <a:r>
              <a:rPr lang="en-US" sz="3600" spc="-170" dirty="0">
                <a:latin typeface="+mn-lt"/>
                <a:cs typeface="Arial MT"/>
              </a:rPr>
              <a:t>SQL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800100" algn="l"/>
              </a:tabLst>
            </a:pPr>
            <a:r>
              <a:rPr lang="ru-RU" sz="3600" b="1" dirty="0">
                <a:latin typeface="+mn-lt"/>
                <a:cs typeface="Arial MT"/>
              </a:rPr>
              <a:t>Распределенное обучение моделей</a:t>
            </a:r>
            <a:r>
              <a:rPr sz="3600" b="1" spc="-10" dirty="0">
                <a:latin typeface="+mn-lt"/>
                <a:cs typeface="Arial MT"/>
              </a:rPr>
              <a:t>;</a:t>
            </a:r>
            <a:endParaRPr sz="3600" b="1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AutoNum type="arabicPeriod"/>
              <a:tabLst>
                <a:tab pos="800100" algn="l"/>
              </a:tabLst>
            </a:pPr>
            <a:r>
              <a:rPr lang="ru-RU" sz="3600" dirty="0">
                <a:latin typeface="+mn-lt"/>
                <a:cs typeface="Arial MT"/>
              </a:rPr>
              <a:t>Рекомендательные системы и </a:t>
            </a:r>
            <a:r>
              <a:rPr lang="en-US" sz="3600" dirty="0">
                <a:latin typeface="+mn-lt"/>
                <a:cs typeface="Arial MT"/>
              </a:rPr>
              <a:t>NLP</a:t>
            </a:r>
            <a:r>
              <a:rPr lang="ru-RU" sz="3600" dirty="0">
                <a:latin typeface="+mn-lt"/>
                <a:cs typeface="Arial MT"/>
              </a:rPr>
              <a:t> в распределенной среде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Font typeface="Arial MT"/>
              <a:buAutoNum type="arabicPeriod"/>
              <a:tabLst>
                <a:tab pos="800100" algn="l"/>
              </a:tabLst>
            </a:pPr>
            <a:r>
              <a:rPr lang="ru-RU" sz="3600" spc="-20" dirty="0">
                <a:latin typeface="+mn-lt"/>
                <a:cs typeface="Times New Roman"/>
              </a:rPr>
              <a:t>Обработка потоковых данных. </a:t>
            </a:r>
            <a:r>
              <a:rPr lang="en-US" sz="3600" spc="-20" dirty="0">
                <a:latin typeface="+mn-lt"/>
                <a:cs typeface="Times New Roman"/>
              </a:rPr>
              <a:t>Spark</a:t>
            </a:r>
            <a:r>
              <a:rPr lang="ru-RU" sz="3600" spc="-20" dirty="0">
                <a:latin typeface="+mn-lt"/>
                <a:cs typeface="Times New Roman"/>
              </a:rPr>
              <a:t> </a:t>
            </a:r>
            <a:r>
              <a:rPr lang="en-US" sz="3600" spc="-20" dirty="0">
                <a:latin typeface="+mn-lt"/>
                <a:cs typeface="Times New Roman"/>
              </a:rPr>
              <a:t>Streaming</a:t>
            </a:r>
            <a:r>
              <a:rPr sz="3600" spc="75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0"/>
              </a:spcBef>
              <a:buAutoNum type="arabicPeriod"/>
              <a:tabLst>
                <a:tab pos="800100" algn="l"/>
              </a:tabLst>
            </a:pPr>
            <a:r>
              <a:rPr lang="en-US" sz="3600" dirty="0">
                <a:latin typeface="+mn-lt"/>
                <a:cs typeface="Arial MT"/>
              </a:rPr>
              <a:t>GPU </a:t>
            </a:r>
            <a:r>
              <a:rPr lang="ru-RU" sz="3600" dirty="0">
                <a:latin typeface="+mn-lt"/>
                <a:cs typeface="Arial MT"/>
              </a:rPr>
              <a:t>вычисления</a:t>
            </a:r>
            <a:r>
              <a:rPr sz="3600" spc="45" dirty="0">
                <a:latin typeface="+mn-lt"/>
                <a:cs typeface="Arial MT"/>
              </a:rPr>
              <a:t>.</a:t>
            </a:r>
            <a:endParaRPr sz="3600" dirty="0">
              <a:latin typeface="+mn-lt"/>
              <a:cs typeface="Arial M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B51C93A-9358-F865-DB36-A516E50622AA}"/>
              </a:ext>
            </a:extLst>
          </p:cNvPr>
          <p:cNvSpPr txBox="1">
            <a:spLocks/>
          </p:cNvSpPr>
          <p:nvPr/>
        </p:nvSpPr>
        <p:spPr>
          <a:xfrm>
            <a:off x="4908550" y="623695"/>
            <a:ext cx="102870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algn="ctr">
              <a:spcBef>
                <a:spcPts val="125"/>
              </a:spcBef>
            </a:pPr>
            <a:r>
              <a:rPr lang="ru-RU" spc="-80" dirty="0">
                <a:latin typeface="+mn-lt"/>
              </a:rPr>
              <a:t>Содержание курса</a:t>
            </a:r>
            <a:endParaRPr lang="ru-RU" spc="-25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2895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Calibri (Основной текст)"/>
                <a:cs typeface="Arial Black"/>
              </a:rPr>
              <a:t>Spark 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340987"/>
            <a:ext cx="17722850" cy="1938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b="1" spc="80" dirty="0">
                <a:latin typeface="Calibri (Основной текст)"/>
                <a:cs typeface="Arial"/>
              </a:rPr>
              <a:t>Spark</a:t>
            </a:r>
            <a:r>
              <a:rPr sz="3600" b="1" spc="-175" dirty="0">
                <a:latin typeface="Calibri (Основной текст)"/>
                <a:cs typeface="Arial"/>
              </a:rPr>
              <a:t> </a:t>
            </a:r>
            <a:r>
              <a:rPr sz="3600" b="1" spc="310" dirty="0">
                <a:latin typeface="Calibri (Основной текст)"/>
                <a:cs typeface="Arial"/>
              </a:rPr>
              <a:t>ML</a:t>
            </a:r>
            <a:r>
              <a:rPr sz="3600" b="1" spc="-150" dirty="0">
                <a:latin typeface="Calibri (Основной текст)"/>
                <a:cs typeface="Arial"/>
              </a:rPr>
              <a:t> </a:t>
            </a:r>
            <a:r>
              <a:rPr sz="3600" b="1" dirty="0">
                <a:latin typeface="Calibri (Основной текст)"/>
                <a:cs typeface="Arial"/>
              </a:rPr>
              <a:t>(</a:t>
            </a:r>
            <a:r>
              <a:rPr sz="3600" b="1" dirty="0">
                <a:latin typeface="Calibri (Основной текст)"/>
                <a:cs typeface="Times New Roman"/>
              </a:rPr>
              <a:t>или</a:t>
            </a:r>
            <a:r>
              <a:rPr sz="3600" b="1" spc="-50" dirty="0">
                <a:latin typeface="Calibri (Основной текст)"/>
                <a:cs typeface="Times New Roman"/>
              </a:rPr>
              <a:t> </a:t>
            </a:r>
            <a:r>
              <a:rPr sz="3600" b="1" spc="160" dirty="0">
                <a:latin typeface="Calibri (Основной текст)"/>
                <a:cs typeface="Arial"/>
              </a:rPr>
              <a:t>MLlib)</a:t>
            </a:r>
            <a:r>
              <a:rPr sz="3600" b="1" spc="-165" dirty="0">
                <a:latin typeface="Calibri (Основной текст)"/>
                <a:cs typeface="Arial"/>
              </a:rPr>
              <a:t> </a:t>
            </a:r>
            <a:r>
              <a:rPr sz="3600" spc="-540" dirty="0">
                <a:latin typeface="Calibri (Основной текст)"/>
                <a:cs typeface="Times New Roman"/>
              </a:rPr>
              <a:t>—</a:t>
            </a:r>
            <a:r>
              <a:rPr sz="3600" spc="-4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это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spc="-10" dirty="0">
                <a:latin typeface="Calibri (Основной текст)"/>
                <a:cs typeface="Times New Roman"/>
              </a:rPr>
              <a:t>библиотека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машинного</a:t>
            </a:r>
            <a:r>
              <a:rPr sz="3600" spc="-60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обучения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в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составе</a:t>
            </a:r>
            <a:r>
              <a:rPr sz="3600" spc="-55" dirty="0">
                <a:latin typeface="Calibri (Основной текст)"/>
                <a:cs typeface="Times New Roman"/>
              </a:rPr>
              <a:t> </a:t>
            </a:r>
            <a:r>
              <a:rPr sz="3600" spc="210" dirty="0">
                <a:latin typeface="Calibri (Основной текст)"/>
                <a:cs typeface="Times New Roman"/>
              </a:rPr>
              <a:t>Apache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spc="175" dirty="0">
                <a:latin typeface="Calibri (Основной текст)"/>
                <a:cs typeface="Times New Roman"/>
              </a:rPr>
              <a:t>Spark, </a:t>
            </a:r>
            <a:r>
              <a:rPr sz="3600" spc="-10" dirty="0">
                <a:latin typeface="Calibri (Основной текст)"/>
                <a:cs typeface="Times New Roman"/>
              </a:rPr>
              <a:t>предназначенная</a:t>
            </a:r>
            <a:r>
              <a:rPr sz="3600" spc="-70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для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масштабируемой</a:t>
            </a:r>
            <a:r>
              <a:rPr sz="3600" spc="-60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обработки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и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построения</a:t>
            </a:r>
            <a:r>
              <a:rPr sz="3600" spc="-70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моделей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dirty="0">
                <a:latin typeface="Calibri (Основной текст)"/>
                <a:cs typeface="Times New Roman"/>
              </a:rPr>
              <a:t>на</a:t>
            </a:r>
            <a:r>
              <a:rPr sz="3600" spc="-65" dirty="0">
                <a:latin typeface="Calibri (Основной текст)"/>
                <a:cs typeface="Times New Roman"/>
              </a:rPr>
              <a:t> </a:t>
            </a:r>
            <a:r>
              <a:rPr sz="3600" spc="-10" dirty="0">
                <a:latin typeface="Calibri (Основной текст)"/>
                <a:cs typeface="Times New Roman"/>
              </a:rPr>
              <a:t>больших данных.</a:t>
            </a:r>
            <a:endParaRPr sz="3600" dirty="0">
              <a:latin typeface="Calibri (Основной текст)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err="1">
                <a:latin typeface="Calibri (Основной текст)"/>
              </a:rPr>
              <a:t>Основные</a:t>
            </a:r>
            <a:r>
              <a:rPr dirty="0">
                <a:latin typeface="Calibri (Основной текст)"/>
              </a:rPr>
              <a:t> </a:t>
            </a:r>
            <a:r>
              <a:rPr dirty="0" err="1">
                <a:latin typeface="Calibri (Основной текст)"/>
              </a:rPr>
              <a:t>особенности</a:t>
            </a:r>
            <a:r>
              <a:rPr lang="ru-RU" dirty="0">
                <a:latin typeface="Calibri (Основной текст)"/>
              </a:rPr>
              <a:t> </a:t>
            </a:r>
            <a:r>
              <a:rPr lang="en-US" dirty="0">
                <a:latin typeface="Calibri (Основной текст)"/>
              </a:rPr>
              <a:t>S</a:t>
            </a:r>
            <a:r>
              <a:rPr dirty="0">
                <a:latin typeface="Calibri (Основной текст)"/>
                <a:cs typeface="Arial Black"/>
              </a:rPr>
              <a:t>park 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5231" y="2911475"/>
            <a:ext cx="17653635" cy="6809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73100" indent="-66040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  <a:tabLst>
                <a:tab pos="673100" algn="l"/>
              </a:tabLst>
            </a:pPr>
            <a:r>
              <a:rPr sz="3000" b="1" dirty="0">
                <a:latin typeface="Calibri (Основной текст)"/>
                <a:cs typeface="Times New Roman"/>
              </a:rPr>
              <a:t>Работает</a:t>
            </a:r>
            <a:r>
              <a:rPr sz="3000" b="1" spc="-130" dirty="0">
                <a:latin typeface="Calibri (Основной текст)"/>
                <a:cs typeface="Times New Roman"/>
              </a:rPr>
              <a:t> </a:t>
            </a:r>
            <a:r>
              <a:rPr sz="3000" b="1" dirty="0">
                <a:latin typeface="Calibri (Основной текст)"/>
                <a:cs typeface="Times New Roman"/>
              </a:rPr>
              <a:t>на</a:t>
            </a:r>
            <a:r>
              <a:rPr sz="3000" b="1" spc="-80" dirty="0">
                <a:latin typeface="Calibri (Основной текст)"/>
                <a:cs typeface="Times New Roman"/>
              </a:rPr>
              <a:t> </a:t>
            </a:r>
            <a:r>
              <a:rPr sz="3000" b="1" dirty="0">
                <a:latin typeface="Calibri (Основной текст)"/>
                <a:cs typeface="Times New Roman"/>
              </a:rPr>
              <a:t>больших</a:t>
            </a:r>
            <a:r>
              <a:rPr sz="3000" b="1" spc="-80" dirty="0">
                <a:latin typeface="Calibri (Основной текст)"/>
                <a:cs typeface="Times New Roman"/>
              </a:rPr>
              <a:t> </a:t>
            </a:r>
            <a:r>
              <a:rPr sz="3000" b="1" dirty="0">
                <a:latin typeface="Calibri (Основной текст)"/>
                <a:cs typeface="Times New Roman"/>
              </a:rPr>
              <a:t>данных</a:t>
            </a:r>
            <a:r>
              <a:rPr sz="3000" b="1" spc="-90" dirty="0">
                <a:latin typeface="Calibri (Основной текст)"/>
                <a:cs typeface="Times New Roman"/>
              </a:rPr>
              <a:t> </a:t>
            </a:r>
            <a:r>
              <a:rPr sz="3000" spc="-480" dirty="0">
                <a:latin typeface="Calibri (Основной текст)"/>
                <a:cs typeface="Times New Roman"/>
              </a:rPr>
              <a:t>—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может</a:t>
            </a:r>
            <a:r>
              <a:rPr sz="3000" spc="-85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обрабатывать</a:t>
            </a:r>
            <a:r>
              <a:rPr sz="3000" spc="-9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терабайты</a:t>
            </a:r>
            <a:r>
              <a:rPr sz="3000" spc="-9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данных</a:t>
            </a:r>
            <a:r>
              <a:rPr sz="3000" spc="-85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распределённо.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673100" indent="-660400">
              <a:lnSpc>
                <a:spcPct val="100000"/>
              </a:lnSpc>
              <a:spcBef>
                <a:spcPts val="2225"/>
              </a:spcBef>
              <a:buFont typeface="Times New Roman"/>
              <a:buAutoNum type="arabicPeriod"/>
              <a:tabLst>
                <a:tab pos="673100" algn="l"/>
              </a:tabLst>
            </a:pPr>
            <a:r>
              <a:rPr sz="3000" b="1" dirty="0">
                <a:latin typeface="Calibri (Основной текст)"/>
                <a:cs typeface="Arial"/>
              </a:rPr>
              <a:t>Pipeline</a:t>
            </a:r>
            <a:r>
              <a:rPr sz="3000" b="1" spc="-114" dirty="0">
                <a:latin typeface="Calibri (Основной текст)"/>
                <a:cs typeface="Arial"/>
              </a:rPr>
              <a:t> </a:t>
            </a:r>
            <a:r>
              <a:rPr sz="3000" b="1" spc="80" dirty="0">
                <a:latin typeface="Calibri (Основной текст)"/>
                <a:cs typeface="Arial"/>
              </a:rPr>
              <a:t>API</a:t>
            </a:r>
            <a:r>
              <a:rPr sz="3000" b="1" spc="-114" dirty="0">
                <a:latin typeface="Calibri (Основной текст)"/>
                <a:cs typeface="Arial"/>
              </a:rPr>
              <a:t> </a:t>
            </a:r>
            <a:r>
              <a:rPr sz="3000" spc="-480" dirty="0">
                <a:latin typeface="Calibri (Основной текст)"/>
                <a:cs typeface="Times New Roman"/>
              </a:rPr>
              <a:t>—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позволяет</a:t>
            </a:r>
            <a:r>
              <a:rPr sz="3000" spc="-3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строить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цепочки</a:t>
            </a:r>
            <a:r>
              <a:rPr sz="3000" spc="-3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обработки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данных</a:t>
            </a:r>
            <a:r>
              <a:rPr sz="3000" spc="-3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и</a:t>
            </a:r>
            <a:r>
              <a:rPr sz="3000" spc="-3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моделей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(аналог</a:t>
            </a:r>
            <a:r>
              <a:rPr sz="3000" spc="-35" dirty="0">
                <a:latin typeface="Calibri (Основной текст)"/>
                <a:cs typeface="Times New Roman"/>
              </a:rPr>
              <a:t> </a:t>
            </a:r>
            <a:r>
              <a:rPr sz="3000" spc="140" dirty="0">
                <a:latin typeface="Calibri (Основной текст)"/>
                <a:cs typeface="Times New Roman"/>
              </a:rPr>
              <a:t>sklearn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spc="95" dirty="0">
                <a:latin typeface="Calibri (Основной текст)"/>
                <a:cs typeface="Times New Roman"/>
              </a:rPr>
              <a:t>Pipelines).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673100" indent="-660400">
              <a:lnSpc>
                <a:spcPct val="100000"/>
              </a:lnSpc>
              <a:spcBef>
                <a:spcPts val="2225"/>
              </a:spcBef>
              <a:buAutoNum type="arabicPeriod"/>
              <a:tabLst>
                <a:tab pos="673100" algn="l"/>
              </a:tabLst>
            </a:pPr>
            <a:r>
              <a:rPr sz="3000" spc="-10" dirty="0">
                <a:latin typeface="Calibri (Основной текст)"/>
                <a:cs typeface="Times New Roman"/>
              </a:rPr>
              <a:t>Поддержка</a:t>
            </a:r>
            <a:r>
              <a:rPr sz="3000" spc="-114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популярных</a:t>
            </a:r>
            <a:r>
              <a:rPr sz="3000" spc="-110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алгоритмов: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1468755" lvl="1" indent="-660400">
              <a:lnSpc>
                <a:spcPct val="100000"/>
              </a:lnSpc>
              <a:spcBef>
                <a:spcPts val="2225"/>
              </a:spcBef>
              <a:buAutoNum type="arabicPeriod"/>
              <a:tabLst>
                <a:tab pos="1468755" algn="l"/>
              </a:tabLst>
            </a:pPr>
            <a:r>
              <a:rPr sz="3000" spc="-10" dirty="0">
                <a:latin typeface="Calibri (Основной текст)"/>
                <a:cs typeface="Times New Roman"/>
              </a:rPr>
              <a:t>Классификация:</a:t>
            </a:r>
            <a:r>
              <a:rPr sz="3000" spc="-20" dirty="0">
                <a:latin typeface="Calibri (Основной текст)"/>
                <a:cs typeface="Times New Roman"/>
              </a:rPr>
              <a:t> </a:t>
            </a:r>
            <a:r>
              <a:rPr sz="3000" spc="135" dirty="0">
                <a:latin typeface="Calibri (Основной текст)"/>
                <a:cs typeface="Times New Roman"/>
              </a:rPr>
              <a:t>Logistic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135" dirty="0">
                <a:latin typeface="Calibri (Основной текст)"/>
                <a:cs typeface="Times New Roman"/>
              </a:rPr>
              <a:t>Regression,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150" dirty="0">
                <a:latin typeface="Calibri (Основной текст)"/>
                <a:cs typeface="Times New Roman"/>
              </a:rPr>
              <a:t>Decision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165" dirty="0">
                <a:latin typeface="Calibri (Основной текст)"/>
                <a:cs typeface="Times New Roman"/>
              </a:rPr>
              <a:t>Trees,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235" dirty="0">
                <a:latin typeface="Calibri (Основной текст)"/>
                <a:cs typeface="Times New Roman"/>
              </a:rPr>
              <a:t>Random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155" dirty="0">
                <a:latin typeface="Calibri (Основной текст)"/>
                <a:cs typeface="Times New Roman"/>
              </a:rPr>
              <a:t>Forest,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180" dirty="0">
                <a:latin typeface="Calibri (Основной текст)"/>
                <a:cs typeface="Times New Roman"/>
              </a:rPr>
              <a:t>Gradient-</a:t>
            </a:r>
            <a:r>
              <a:rPr sz="3000" spc="240" dirty="0">
                <a:latin typeface="Calibri (Основной текст)"/>
                <a:cs typeface="Times New Roman"/>
              </a:rPr>
              <a:t>Boosted</a:t>
            </a:r>
            <a:r>
              <a:rPr sz="3000" spc="-15" dirty="0">
                <a:latin typeface="Calibri (Основной текст)"/>
                <a:cs typeface="Times New Roman"/>
              </a:rPr>
              <a:t> </a:t>
            </a:r>
            <a:r>
              <a:rPr sz="3000" spc="185" dirty="0">
                <a:latin typeface="Calibri (Основной текст)"/>
                <a:cs typeface="Times New Roman"/>
              </a:rPr>
              <a:t>Trees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1468755" lvl="1" indent="-660400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1468755" algn="l"/>
              </a:tabLst>
            </a:pPr>
            <a:r>
              <a:rPr sz="3000" spc="-10" dirty="0">
                <a:latin typeface="Calibri (Основной текст)"/>
                <a:cs typeface="Times New Roman"/>
              </a:rPr>
              <a:t>Регрессия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1468755" lvl="1" indent="-660400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1468755" algn="l"/>
              </a:tabLst>
            </a:pPr>
            <a:r>
              <a:rPr sz="3000" dirty="0">
                <a:latin typeface="Calibri (Основной текст)"/>
                <a:cs typeface="Times New Roman"/>
              </a:rPr>
              <a:t>Кластеризация</a:t>
            </a:r>
            <a:r>
              <a:rPr sz="3000" spc="-45" dirty="0">
                <a:latin typeface="Calibri (Основной текст)"/>
                <a:cs typeface="Times New Roman"/>
              </a:rPr>
              <a:t> </a:t>
            </a:r>
            <a:r>
              <a:rPr sz="3000" spc="-135" dirty="0">
                <a:latin typeface="Calibri (Основной текст)"/>
                <a:cs typeface="Times New Roman"/>
              </a:rPr>
              <a:t>(K-</a:t>
            </a:r>
            <a:r>
              <a:rPr sz="3000" spc="180" dirty="0">
                <a:latin typeface="Calibri (Основной текст)"/>
                <a:cs typeface="Times New Roman"/>
              </a:rPr>
              <a:t>Means</a:t>
            </a:r>
            <a:r>
              <a:rPr sz="3000" spc="-4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и</a:t>
            </a:r>
            <a:r>
              <a:rPr sz="3000" spc="-45" dirty="0">
                <a:latin typeface="Calibri (Основной текст)"/>
                <a:cs typeface="Times New Roman"/>
              </a:rPr>
              <a:t> </a:t>
            </a:r>
            <a:r>
              <a:rPr sz="3000" spc="-20" dirty="0">
                <a:latin typeface="Calibri (Основной текст)"/>
                <a:cs typeface="Times New Roman"/>
              </a:rPr>
              <a:t>др.)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1468755" lvl="1" indent="-660400">
              <a:lnSpc>
                <a:spcPct val="100000"/>
              </a:lnSpc>
              <a:spcBef>
                <a:spcPts val="2220"/>
              </a:spcBef>
              <a:buAutoNum type="arabicPeriod"/>
              <a:tabLst>
                <a:tab pos="1468755" algn="l"/>
              </a:tabLst>
            </a:pPr>
            <a:r>
              <a:rPr sz="3000" dirty="0">
                <a:latin typeface="Calibri (Основной текст)"/>
                <a:cs typeface="Times New Roman"/>
              </a:rPr>
              <a:t>Поиск</a:t>
            </a:r>
            <a:r>
              <a:rPr sz="3000" spc="-125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рекомендаций</a:t>
            </a:r>
            <a:r>
              <a:rPr sz="3000" spc="-120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(ALS)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1468755" lvl="1" indent="-660400">
              <a:lnSpc>
                <a:spcPct val="100000"/>
              </a:lnSpc>
              <a:spcBef>
                <a:spcPts val="2225"/>
              </a:spcBef>
              <a:buAutoNum type="arabicPeriod"/>
              <a:tabLst>
                <a:tab pos="1468755" algn="l"/>
              </a:tabLst>
            </a:pPr>
            <a:r>
              <a:rPr sz="3000" dirty="0">
                <a:latin typeface="Calibri (Основной текст)"/>
                <a:cs typeface="Times New Roman"/>
              </a:rPr>
              <a:t>Работа</a:t>
            </a:r>
            <a:r>
              <a:rPr sz="3000" spc="-6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с</a:t>
            </a:r>
            <a:r>
              <a:rPr sz="3000" spc="-6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текстами</a:t>
            </a:r>
            <a:r>
              <a:rPr sz="3000" spc="-60" dirty="0">
                <a:latin typeface="Calibri (Основной текст)"/>
                <a:cs typeface="Times New Roman"/>
              </a:rPr>
              <a:t> </a:t>
            </a:r>
            <a:r>
              <a:rPr sz="3000" spc="100" dirty="0">
                <a:latin typeface="Calibri (Основной текст)"/>
                <a:cs typeface="Times New Roman"/>
              </a:rPr>
              <a:t>(TF-</a:t>
            </a:r>
            <a:r>
              <a:rPr sz="3000" spc="-25" dirty="0">
                <a:latin typeface="Calibri (Основной текст)"/>
                <a:cs typeface="Times New Roman"/>
              </a:rPr>
              <a:t>IDF,</a:t>
            </a:r>
            <a:r>
              <a:rPr sz="3000" spc="-65" dirty="0">
                <a:latin typeface="Calibri (Основной текст)"/>
                <a:cs typeface="Times New Roman"/>
              </a:rPr>
              <a:t> </a:t>
            </a:r>
            <a:r>
              <a:rPr sz="3000" spc="80" dirty="0">
                <a:latin typeface="Calibri (Основной текст)"/>
                <a:cs typeface="Times New Roman"/>
              </a:rPr>
              <a:t>Word2Vec,</a:t>
            </a:r>
            <a:r>
              <a:rPr sz="3000" spc="-60" dirty="0">
                <a:latin typeface="Calibri (Основной текст)"/>
                <a:cs typeface="Times New Roman"/>
              </a:rPr>
              <a:t> </a:t>
            </a:r>
            <a:r>
              <a:rPr sz="3000" spc="160" dirty="0">
                <a:latin typeface="Calibri (Основной текст)"/>
                <a:cs typeface="Times New Roman"/>
              </a:rPr>
              <a:t>Tokenizer</a:t>
            </a:r>
            <a:r>
              <a:rPr sz="3000" spc="-6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и</a:t>
            </a:r>
            <a:r>
              <a:rPr sz="3000" spc="-65" dirty="0">
                <a:latin typeface="Calibri (Основной текст)"/>
                <a:cs typeface="Times New Roman"/>
              </a:rPr>
              <a:t> </a:t>
            </a:r>
            <a:r>
              <a:rPr sz="3000" spc="-20" dirty="0">
                <a:latin typeface="Calibri (Основной текст)"/>
                <a:cs typeface="Times New Roman"/>
              </a:rPr>
              <a:t>др.)</a:t>
            </a:r>
            <a:endParaRPr sz="3000" dirty="0">
              <a:latin typeface="Calibri (Основной текст)"/>
              <a:cs typeface="Times New Roman"/>
            </a:endParaRPr>
          </a:p>
          <a:p>
            <a:pPr marL="673100" marR="285115" indent="-661035">
              <a:lnSpc>
                <a:spcPct val="116199"/>
              </a:lnSpc>
              <a:spcBef>
                <a:spcPts val="1645"/>
              </a:spcBef>
              <a:buFont typeface="Times New Roman"/>
              <a:buAutoNum type="arabicPeriod"/>
              <a:tabLst>
                <a:tab pos="673100" algn="l"/>
              </a:tabLst>
            </a:pPr>
            <a:r>
              <a:rPr sz="3000" b="1" spc="-10" dirty="0">
                <a:latin typeface="Calibri (Основной текст)"/>
                <a:cs typeface="Times New Roman"/>
              </a:rPr>
              <a:t>Совместимость</a:t>
            </a:r>
            <a:r>
              <a:rPr sz="3000" b="1" spc="-65" dirty="0">
                <a:latin typeface="Calibri (Основной текст)"/>
                <a:cs typeface="Times New Roman"/>
              </a:rPr>
              <a:t> </a:t>
            </a:r>
            <a:r>
              <a:rPr sz="3000" b="1" dirty="0">
                <a:latin typeface="Calibri (Основной текст)"/>
                <a:cs typeface="Times New Roman"/>
              </a:rPr>
              <a:t>с</a:t>
            </a:r>
            <a:r>
              <a:rPr sz="3000" b="1" spc="-65" dirty="0">
                <a:latin typeface="Calibri (Основной текст)"/>
                <a:cs typeface="Times New Roman"/>
              </a:rPr>
              <a:t> </a:t>
            </a:r>
            <a:r>
              <a:rPr sz="3000" b="1" spc="100" dirty="0">
                <a:latin typeface="Calibri (Основной текст)"/>
                <a:cs typeface="Arial"/>
              </a:rPr>
              <a:t>DataFrame</a:t>
            </a:r>
            <a:r>
              <a:rPr sz="3000" b="1" spc="-150" dirty="0">
                <a:latin typeface="Calibri (Основной текст)"/>
                <a:cs typeface="Arial"/>
              </a:rPr>
              <a:t> </a:t>
            </a:r>
            <a:r>
              <a:rPr sz="3000" b="1" spc="65" dirty="0">
                <a:latin typeface="Calibri (Основной текст)"/>
                <a:cs typeface="Arial"/>
              </a:rPr>
              <a:t>API</a:t>
            </a:r>
            <a:r>
              <a:rPr sz="3000" spc="65" dirty="0">
                <a:latin typeface="Calibri (Основной текст)"/>
                <a:cs typeface="Times New Roman"/>
              </a:rPr>
              <a:t>,</a:t>
            </a:r>
            <a:r>
              <a:rPr sz="3000" spc="-7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что</a:t>
            </a:r>
            <a:r>
              <a:rPr sz="3000" spc="-7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делает</a:t>
            </a:r>
            <a:r>
              <a:rPr sz="3000" spc="-7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его</a:t>
            </a:r>
            <a:r>
              <a:rPr sz="3000" spc="-70" dirty="0">
                <a:latin typeface="Calibri (Основной текст)"/>
                <a:cs typeface="Times New Roman"/>
              </a:rPr>
              <a:t> </a:t>
            </a:r>
            <a:r>
              <a:rPr sz="3000" spc="-10" dirty="0">
                <a:latin typeface="Calibri (Основной текст)"/>
                <a:cs typeface="Times New Roman"/>
              </a:rPr>
              <a:t>удобным</a:t>
            </a:r>
            <a:r>
              <a:rPr sz="3000" spc="-7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для</a:t>
            </a:r>
            <a:r>
              <a:rPr sz="3000" spc="-7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предобработки</a:t>
            </a:r>
            <a:r>
              <a:rPr sz="3000" spc="-7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данных</a:t>
            </a:r>
            <a:r>
              <a:rPr sz="3000" spc="-70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в</a:t>
            </a:r>
            <a:r>
              <a:rPr sz="3000" spc="-75" dirty="0">
                <a:latin typeface="Calibri (Основной текст)"/>
                <a:cs typeface="Times New Roman"/>
              </a:rPr>
              <a:t> </a:t>
            </a:r>
            <a:r>
              <a:rPr sz="3000" dirty="0">
                <a:latin typeface="Calibri (Основной текст)"/>
                <a:cs typeface="Times New Roman"/>
              </a:rPr>
              <a:t>стиле</a:t>
            </a:r>
            <a:r>
              <a:rPr sz="3000" spc="-75" dirty="0">
                <a:latin typeface="Calibri (Основной текст)"/>
                <a:cs typeface="Times New Roman"/>
              </a:rPr>
              <a:t> </a:t>
            </a:r>
            <a:r>
              <a:rPr sz="3000" spc="170" dirty="0">
                <a:latin typeface="Calibri (Основной текст)"/>
                <a:cs typeface="Times New Roman"/>
              </a:rPr>
              <a:t>SQL/ </a:t>
            </a:r>
            <a:r>
              <a:rPr sz="3000" spc="200" dirty="0">
                <a:latin typeface="Calibri (Основной текст)"/>
                <a:cs typeface="Times New Roman"/>
              </a:rPr>
              <a:t>Pandas.</a:t>
            </a:r>
            <a:endParaRPr sz="3000" dirty="0">
              <a:latin typeface="Calibri (Основной текст)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71868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Calibri (Основной текст)"/>
              </a:rPr>
              <a:t>Модули </a:t>
            </a:r>
            <a:r>
              <a:rPr dirty="0">
                <a:latin typeface="Calibri (Основной текст)"/>
                <a:cs typeface="Arial Black"/>
              </a:rPr>
              <a:t>Spark 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425519"/>
            <a:ext cx="16508094" cy="146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3600" spc="165" dirty="0" err="1">
                <a:latin typeface="Calibri (Основной текст)"/>
                <a:cs typeface="Times New Roman"/>
              </a:rPr>
              <a:t>spark.mllib</a:t>
            </a:r>
            <a:r>
              <a:rPr lang="ru-RU" sz="3600" spc="-35" dirty="0">
                <a:latin typeface="Calibri (Основной текст)"/>
                <a:cs typeface="Times New Roman"/>
              </a:rPr>
              <a:t> </a:t>
            </a:r>
            <a:r>
              <a:rPr lang="ru-RU" sz="3600" spc="160" dirty="0">
                <a:latin typeface="Calibri (Основной текст)"/>
                <a:cs typeface="Times New Roman"/>
              </a:rPr>
              <a:t>–</a:t>
            </a:r>
            <a:r>
              <a:rPr lang="ru-RU" sz="3600" spc="-30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Старая</a:t>
            </a:r>
            <a:r>
              <a:rPr lang="ru-RU" sz="3600" spc="-30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API,</a:t>
            </a:r>
            <a:r>
              <a:rPr lang="ru-RU" sz="3600" spc="-35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основанная</a:t>
            </a:r>
            <a:r>
              <a:rPr lang="ru-RU" sz="3600" spc="-25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на</a:t>
            </a:r>
            <a:r>
              <a:rPr lang="ru-RU" sz="3600" spc="-30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RDD.</a:t>
            </a:r>
            <a:r>
              <a:rPr lang="ru-RU" sz="3600" spc="-35" dirty="0">
                <a:latin typeface="Calibri (Основной текст)"/>
                <a:cs typeface="Times New Roman"/>
              </a:rPr>
              <a:t> </a:t>
            </a:r>
            <a:r>
              <a:rPr lang="ru-RU" sz="3600" spc="-10" dirty="0">
                <a:latin typeface="Calibri (Основной текст)"/>
                <a:cs typeface="Times New Roman"/>
              </a:rPr>
              <a:t>Устаревает.</a:t>
            </a:r>
            <a:endParaRPr lang="ru-RU" sz="3600" dirty="0">
              <a:latin typeface="Calibri (Основной текст)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lang="ru-RU" sz="3600" spc="190" dirty="0">
                <a:latin typeface="Calibri (Основной текст)"/>
                <a:cs typeface="Times New Roman"/>
              </a:rPr>
              <a:t>spark.ml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spc="160" dirty="0">
                <a:latin typeface="Calibri (Основной текст)"/>
                <a:cs typeface="Times New Roman"/>
              </a:rPr>
              <a:t>–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Новая</a:t>
            </a:r>
            <a:r>
              <a:rPr lang="ru-RU" sz="3600" spc="-45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API,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основанная</a:t>
            </a:r>
            <a:r>
              <a:rPr lang="ru-RU" sz="3600" spc="-45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на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spc="225" dirty="0" err="1">
                <a:latin typeface="Calibri (Основной текст)"/>
                <a:cs typeface="Times New Roman"/>
              </a:rPr>
              <a:t>DataFrame</a:t>
            </a:r>
            <a:r>
              <a:rPr lang="ru-RU" sz="3600" spc="225" dirty="0">
                <a:latin typeface="Calibri (Основной текст)"/>
                <a:cs typeface="Times New Roman"/>
              </a:rPr>
              <a:t>.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spc="-20" dirty="0">
                <a:latin typeface="Calibri (Основной текст)"/>
                <a:cs typeface="Times New Roman"/>
              </a:rPr>
              <a:t>Рекомендуется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dirty="0">
                <a:latin typeface="Calibri (Основной текст)"/>
                <a:cs typeface="Times New Roman"/>
              </a:rPr>
              <a:t>к</a:t>
            </a:r>
            <a:r>
              <a:rPr lang="ru-RU" sz="3600" spc="-50" dirty="0">
                <a:latin typeface="Calibri (Основной текст)"/>
                <a:cs typeface="Times New Roman"/>
              </a:rPr>
              <a:t> </a:t>
            </a:r>
            <a:r>
              <a:rPr lang="ru-RU" sz="3600" spc="-10" dirty="0">
                <a:latin typeface="Calibri (Основной текст)"/>
                <a:cs typeface="Times New Roman"/>
              </a:rPr>
              <a:t>использованию.</a:t>
            </a:r>
            <a:endParaRPr lang="ru-RU" sz="3600" dirty="0">
              <a:latin typeface="Calibri (Основной текст)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206" y="1768475"/>
            <a:ext cx="14975687" cy="8992926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4748" y="396875"/>
            <a:ext cx="17754601" cy="8451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ru-RU" sz="5400" dirty="0">
                <a:latin typeface="Calibri (Основной текст)"/>
              </a:rPr>
              <a:t>Процесс</a:t>
            </a:r>
            <a:r>
              <a:rPr lang="ru-RU" sz="5400" spc="-185" dirty="0">
                <a:latin typeface="Calibri (Основной текст)"/>
              </a:rPr>
              <a:t> </a:t>
            </a:r>
            <a:r>
              <a:rPr lang="ru-RU" sz="5400" dirty="0">
                <a:latin typeface="Calibri (Основной текст)"/>
              </a:rPr>
              <a:t>построения</a:t>
            </a:r>
            <a:r>
              <a:rPr lang="ru-RU" sz="5400" spc="-180" dirty="0">
                <a:latin typeface="Calibri (Основной текст)"/>
              </a:rPr>
              <a:t> </a:t>
            </a:r>
            <a:r>
              <a:rPr lang="ru-RU" sz="5400" spc="-10" dirty="0">
                <a:latin typeface="Calibri (Основной текст)"/>
              </a:rPr>
              <a:t>модели</a:t>
            </a:r>
            <a:r>
              <a:rPr lang="ru-RU" sz="5400" spc="-180" dirty="0">
                <a:latin typeface="Calibri (Основной текст)"/>
              </a:rPr>
              <a:t> </a:t>
            </a:r>
            <a:r>
              <a:rPr lang="ru-RU" sz="5400" spc="-35" dirty="0">
                <a:latin typeface="Calibri (Основной текст)"/>
              </a:rPr>
              <a:t>машинного</a:t>
            </a:r>
            <a:r>
              <a:rPr lang="ru-RU" sz="5400" spc="-180" dirty="0">
                <a:latin typeface="Calibri (Основной текст)"/>
              </a:rPr>
              <a:t> </a:t>
            </a:r>
            <a:r>
              <a:rPr lang="ru-RU" sz="5400" spc="-10" dirty="0">
                <a:latin typeface="Calibri (Основной текст)"/>
              </a:rPr>
              <a:t>обучения</a:t>
            </a:r>
            <a:endParaRPr sz="5400" dirty="0">
              <a:latin typeface="Calibri (Основной текст)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2024" y="1225285"/>
            <a:ext cx="15404332" cy="98623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0217" y="230789"/>
            <a:ext cx="1201356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dirty="0"/>
              <a:t>Конвейер</a:t>
            </a:r>
            <a:r>
              <a:rPr sz="3450" spc="-160" dirty="0"/>
              <a:t> </a:t>
            </a:r>
            <a:r>
              <a:rPr sz="3450" dirty="0"/>
              <a:t>(pipeline)</a:t>
            </a:r>
            <a:r>
              <a:rPr sz="3450" spc="-90" dirty="0"/>
              <a:t> </a:t>
            </a:r>
            <a:r>
              <a:rPr sz="3450" spc="-35" dirty="0"/>
              <a:t>машинного</a:t>
            </a:r>
            <a:r>
              <a:rPr sz="3450" spc="-90" dirty="0"/>
              <a:t> </a:t>
            </a:r>
            <a:r>
              <a:rPr sz="3450" dirty="0"/>
              <a:t>обучения</a:t>
            </a:r>
            <a:r>
              <a:rPr sz="3450" spc="-85" dirty="0"/>
              <a:t> </a:t>
            </a:r>
            <a:r>
              <a:rPr sz="3450" spc="-175" dirty="0"/>
              <a:t>в</a:t>
            </a:r>
            <a:r>
              <a:rPr sz="3450" spc="-190" dirty="0"/>
              <a:t> </a:t>
            </a:r>
            <a:r>
              <a:rPr sz="3450" dirty="0"/>
              <a:t>Apache</a:t>
            </a:r>
            <a:r>
              <a:rPr sz="3450" spc="-90" dirty="0"/>
              <a:t> </a:t>
            </a:r>
            <a:r>
              <a:rPr sz="3450" dirty="0"/>
              <a:t>Spark</a:t>
            </a:r>
            <a:r>
              <a:rPr sz="3450" spc="-90" dirty="0"/>
              <a:t> </a:t>
            </a:r>
            <a:r>
              <a:rPr sz="3450" spc="-25" dirty="0"/>
              <a:t>ML</a:t>
            </a:r>
            <a:endParaRPr sz="3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4388" y="976182"/>
            <a:ext cx="17856862" cy="10029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7204709" indent="-318770">
              <a:lnSpc>
                <a:spcPct val="113700"/>
              </a:lnSpc>
              <a:spcBef>
                <a:spcPts val="100"/>
              </a:spcBef>
              <a:buAutoNum type="arabicPeriod"/>
              <a:tabLst>
                <a:tab pos="37465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Raw</a:t>
            </a:r>
            <a:r>
              <a:rPr sz="2400" spc="35" dirty="0">
                <a:latin typeface="Calibri (Основной текст)"/>
                <a:cs typeface="Times New Roman"/>
              </a:rPr>
              <a:t> </a:t>
            </a:r>
            <a:r>
              <a:rPr sz="2400" spc="110" dirty="0">
                <a:latin typeface="Calibri (Основной текст)"/>
                <a:cs typeface="Times New Roman"/>
              </a:rPr>
              <a:t>Data</a:t>
            </a:r>
            <a:r>
              <a:rPr lang="en-US" sz="2400" spc="110" dirty="0">
                <a:latin typeface="Calibri (Основной текст)"/>
                <a:cs typeface="Times New Roman"/>
              </a:rPr>
              <a:t>.</a:t>
            </a:r>
            <a:r>
              <a:rPr sz="2400" spc="35" dirty="0">
                <a:latin typeface="Calibri (Основной текст)"/>
                <a:cs typeface="Times New Roman"/>
              </a:rPr>
              <a:t> </a:t>
            </a:r>
            <a:r>
              <a:rPr sz="2400" dirty="0" err="1">
                <a:latin typeface="Calibri (Основной текст)"/>
                <a:cs typeface="Times New Roman"/>
              </a:rPr>
              <a:t>Источники</a:t>
            </a:r>
            <a:r>
              <a:rPr sz="2400" spc="-8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данных: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Базы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данных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20" dirty="0">
                <a:latin typeface="Calibri (Основной текст)"/>
                <a:cs typeface="Times New Roman"/>
              </a:rPr>
              <a:t>(DB)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spc="-20" dirty="0">
                <a:latin typeface="Calibri (Основной текст)"/>
                <a:cs typeface="Times New Roman"/>
              </a:rPr>
              <a:t>CSV-</a:t>
            </a:r>
            <a:r>
              <a:rPr sz="2400" spc="-10" dirty="0">
                <a:latin typeface="Calibri (Основной текст)"/>
                <a:cs typeface="Times New Roman"/>
              </a:rPr>
              <a:t>файлы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spc="50" dirty="0">
                <a:latin typeface="Calibri (Основной текст)"/>
                <a:cs typeface="Times New Roman"/>
              </a:rPr>
              <a:t>JSON-</a:t>
            </a:r>
            <a:r>
              <a:rPr sz="2400" spc="-10" dirty="0">
                <a:latin typeface="Calibri (Основной текст)"/>
                <a:cs typeface="Times New Roman"/>
              </a:rPr>
              <a:t>файлы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330835" marR="1721485" indent="-318770">
              <a:lnSpc>
                <a:spcPct val="113700"/>
              </a:lnSpc>
              <a:spcBef>
                <a:spcPts val="790"/>
              </a:spcBef>
              <a:buAutoNum type="arabicPeriod"/>
              <a:tabLst>
                <a:tab pos="374650" algn="l"/>
              </a:tabLst>
            </a:pPr>
            <a:r>
              <a:rPr sz="2400" spc="80" dirty="0">
                <a:latin typeface="Calibri (Основной текст)"/>
                <a:cs typeface="Times New Roman"/>
              </a:rPr>
              <a:t>Preprocessing,</a:t>
            </a:r>
            <a:r>
              <a:rPr sz="2400" spc="-10" dirty="0">
                <a:latin typeface="Calibri (Основной текст)"/>
                <a:cs typeface="Times New Roman"/>
              </a:rPr>
              <a:t> </a:t>
            </a:r>
            <a:r>
              <a:rPr sz="2400" spc="70" dirty="0">
                <a:latin typeface="Calibri (Основной текст)"/>
                <a:cs typeface="Times New Roman"/>
              </a:rPr>
              <a:t>cleaning</a:t>
            </a:r>
            <a:r>
              <a:rPr sz="2400" spc="-5" dirty="0">
                <a:latin typeface="Calibri (Основной текст)"/>
                <a:cs typeface="Times New Roman"/>
              </a:rPr>
              <a:t> </a:t>
            </a:r>
            <a:r>
              <a:rPr sz="2400" spc="55" dirty="0">
                <a:latin typeface="Calibri (Основной текст)"/>
                <a:cs typeface="Times New Roman"/>
              </a:rPr>
              <a:t>&amp;</a:t>
            </a:r>
            <a:r>
              <a:rPr sz="2400" spc="-5" dirty="0">
                <a:latin typeface="Calibri (Основной текст)"/>
                <a:cs typeface="Times New Roman"/>
              </a:rPr>
              <a:t> </a:t>
            </a:r>
            <a:r>
              <a:rPr sz="2400" spc="80" dirty="0">
                <a:latin typeface="Calibri (Основной текст)"/>
                <a:cs typeface="Times New Roman"/>
              </a:rPr>
              <a:t>feature</a:t>
            </a:r>
            <a:r>
              <a:rPr sz="2400" spc="-5" dirty="0">
                <a:latin typeface="Calibri (Основной текст)"/>
                <a:cs typeface="Times New Roman"/>
              </a:rPr>
              <a:t> </a:t>
            </a:r>
            <a:r>
              <a:rPr sz="2400" spc="75" dirty="0">
                <a:latin typeface="Calibri (Основной текст)"/>
                <a:cs typeface="Times New Roman"/>
              </a:rPr>
              <a:t>engineering</a:t>
            </a:r>
            <a:r>
              <a:rPr lang="en-US" sz="2400" spc="75" dirty="0">
                <a:latin typeface="Calibri (Основной текст)"/>
                <a:cs typeface="Times New Roman"/>
              </a:rPr>
              <a:t>.</a:t>
            </a:r>
            <a:r>
              <a:rPr sz="2400" spc="-5" dirty="0">
                <a:latin typeface="Calibri (Основной текст)"/>
                <a:cs typeface="Times New Roman"/>
              </a:rPr>
              <a:t> </a:t>
            </a:r>
            <a:r>
              <a:rPr sz="2400" dirty="0" err="1">
                <a:latin typeface="Calibri (Основной текст)"/>
                <a:cs typeface="Times New Roman"/>
              </a:rPr>
              <a:t>На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этом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этапе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происходит: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spc="-20" dirty="0">
                <a:latin typeface="Calibri (Основной текст)"/>
                <a:cs typeface="Times New Roman"/>
              </a:rPr>
              <a:t>Удаление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пропусков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Очистка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от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шумов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и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выбросов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Преобразование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категориальных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признаков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Масштабирование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числовых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Создание</a:t>
            </a:r>
            <a:r>
              <a:rPr sz="2400" spc="-3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новых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признаков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70" dirty="0">
                <a:latin typeface="Calibri (Основной текст)"/>
                <a:cs typeface="Times New Roman"/>
              </a:rPr>
              <a:t>(feature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60" dirty="0">
                <a:latin typeface="Calibri (Основной текст)"/>
                <a:cs typeface="Times New Roman"/>
              </a:rPr>
              <a:t>engineering)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330835" indent="-318135">
              <a:lnSpc>
                <a:spcPct val="100000"/>
              </a:lnSpc>
              <a:spcBef>
                <a:spcPts val="1030"/>
              </a:spcBef>
              <a:buFont typeface="Times New Roman"/>
              <a:buAutoNum type="arabicPeriod"/>
              <a:tabLst>
                <a:tab pos="330835" algn="l"/>
              </a:tabLst>
            </a:pPr>
            <a:r>
              <a:rPr sz="2400" b="1" dirty="0">
                <a:latin typeface="Calibri (Основной текст)"/>
                <a:cs typeface="Arial"/>
              </a:rPr>
              <a:t>Clean</a:t>
            </a:r>
            <a:r>
              <a:rPr sz="2400" b="1" spc="10" dirty="0">
                <a:latin typeface="Calibri (Основной текст)"/>
                <a:cs typeface="Arial"/>
              </a:rPr>
              <a:t> </a:t>
            </a:r>
            <a:r>
              <a:rPr sz="2400" b="1" spc="210" dirty="0">
                <a:latin typeface="Calibri (Основной текст)"/>
                <a:cs typeface="Arial"/>
              </a:rPr>
              <a:t>&amp;</a:t>
            </a:r>
            <a:r>
              <a:rPr sz="2400" b="1" spc="15" dirty="0">
                <a:latin typeface="Calibri (Основной текст)"/>
                <a:cs typeface="Arial"/>
              </a:rPr>
              <a:t> </a:t>
            </a:r>
            <a:r>
              <a:rPr sz="2400" b="1" dirty="0">
                <a:latin typeface="Calibri (Основной текст)"/>
                <a:cs typeface="Arial"/>
              </a:rPr>
              <a:t>Structured</a:t>
            </a:r>
            <a:r>
              <a:rPr sz="2400" b="1" spc="15" dirty="0">
                <a:latin typeface="Calibri (Основной текст)"/>
                <a:cs typeface="Arial"/>
              </a:rPr>
              <a:t> </a:t>
            </a:r>
            <a:r>
              <a:rPr sz="2400" b="1" dirty="0">
                <a:latin typeface="Calibri (Основной текст)"/>
                <a:cs typeface="Arial"/>
              </a:rPr>
              <a:t>(</a:t>
            </a:r>
            <a:r>
              <a:rPr sz="2400" b="1" dirty="0">
                <a:latin typeface="Calibri (Основной текст)"/>
                <a:cs typeface="Times New Roman"/>
              </a:rPr>
              <a:t>Чистые</a:t>
            </a:r>
            <a:r>
              <a:rPr sz="2400" b="1" spc="50" dirty="0">
                <a:latin typeface="Calibri (Основной текст)"/>
                <a:cs typeface="Times New Roman"/>
              </a:rPr>
              <a:t> </a:t>
            </a:r>
            <a:r>
              <a:rPr sz="2400" b="1" dirty="0">
                <a:latin typeface="Calibri (Основной текст)"/>
                <a:cs typeface="Times New Roman"/>
              </a:rPr>
              <a:t>и</a:t>
            </a:r>
            <a:r>
              <a:rPr sz="2400" b="1" spc="55" dirty="0">
                <a:latin typeface="Calibri (Основной текст)"/>
                <a:cs typeface="Times New Roman"/>
              </a:rPr>
              <a:t> </a:t>
            </a:r>
            <a:r>
              <a:rPr sz="2400" b="1" spc="-10" dirty="0">
                <a:latin typeface="Calibri (Основной текст)"/>
                <a:cs typeface="Times New Roman"/>
              </a:rPr>
              <a:t>структурированные</a:t>
            </a:r>
            <a:r>
              <a:rPr sz="2400" b="1" spc="55" dirty="0">
                <a:latin typeface="Calibri (Основной текст)"/>
                <a:cs typeface="Times New Roman"/>
              </a:rPr>
              <a:t> </a:t>
            </a:r>
            <a:r>
              <a:rPr sz="2400" b="1" spc="-10" dirty="0">
                <a:latin typeface="Calibri (Основной текст)"/>
                <a:cs typeface="Times New Roman"/>
              </a:rPr>
              <a:t>данные</a:t>
            </a:r>
            <a:r>
              <a:rPr sz="2400" b="1" spc="-10" dirty="0">
                <a:latin typeface="Calibri (Основной текст)"/>
                <a:cs typeface="Arial"/>
              </a:rPr>
              <a:t>)</a:t>
            </a:r>
            <a:endParaRPr sz="2400" dirty="0">
              <a:latin typeface="Calibri (Основной текст)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235"/>
              </a:spcBef>
            </a:pPr>
            <a:r>
              <a:rPr sz="2400" spc="-25" dirty="0">
                <a:latin typeface="Calibri (Основной текст)"/>
                <a:cs typeface="Times New Roman"/>
              </a:rPr>
              <a:t>Результат</a:t>
            </a:r>
            <a:r>
              <a:rPr sz="2400" spc="-3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предобработки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240" dirty="0">
                <a:latin typeface="Calibri (Основной текст)"/>
                <a:cs typeface="Times New Roman"/>
              </a:rPr>
              <a:t>—</a:t>
            </a:r>
            <a:r>
              <a:rPr sz="2400" spc="-2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аккуратный</a:t>
            </a:r>
            <a:r>
              <a:rPr sz="2400" spc="-25" dirty="0">
                <a:latin typeface="Calibri (Основной текст)"/>
                <a:cs typeface="Times New Roman"/>
              </a:rPr>
              <a:t> </a:t>
            </a:r>
            <a:r>
              <a:rPr sz="2400" spc="50" dirty="0">
                <a:latin typeface="Calibri (Основной текст)"/>
                <a:cs typeface="Times New Roman"/>
              </a:rPr>
              <a:t>DataFrame/таблица,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готовая</a:t>
            </a:r>
            <a:r>
              <a:rPr sz="2400" spc="-2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для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подачи</a:t>
            </a:r>
            <a:r>
              <a:rPr sz="2400" spc="-2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в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модели.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330835" indent="-318135">
              <a:lnSpc>
                <a:spcPct val="100000"/>
              </a:lnSpc>
              <a:spcBef>
                <a:spcPts val="1030"/>
              </a:spcBef>
              <a:buFont typeface="Times New Roman"/>
              <a:buAutoNum type="arabicPeriod" startAt="4"/>
              <a:tabLst>
                <a:tab pos="330835" algn="l"/>
              </a:tabLst>
            </a:pPr>
            <a:r>
              <a:rPr sz="2400" b="1" dirty="0">
                <a:latin typeface="Calibri (Основной текст)"/>
                <a:cs typeface="Arial"/>
              </a:rPr>
              <a:t>Modeling</a:t>
            </a:r>
            <a:r>
              <a:rPr sz="2400" b="1" spc="110" dirty="0">
                <a:latin typeface="Calibri (Основной текст)"/>
                <a:cs typeface="Arial"/>
              </a:rPr>
              <a:t> </a:t>
            </a:r>
            <a:r>
              <a:rPr sz="2400" b="1" dirty="0">
                <a:latin typeface="Calibri (Основной текст)"/>
                <a:cs typeface="Arial"/>
              </a:rPr>
              <a:t>and/or</a:t>
            </a:r>
            <a:r>
              <a:rPr sz="2400" b="1" spc="110" dirty="0">
                <a:latin typeface="Calibri (Основной текст)"/>
                <a:cs typeface="Arial"/>
              </a:rPr>
              <a:t> </a:t>
            </a:r>
            <a:r>
              <a:rPr sz="2400" b="1" dirty="0">
                <a:latin typeface="Calibri (Основной текст)"/>
                <a:cs typeface="Arial"/>
              </a:rPr>
              <a:t>analytical</a:t>
            </a:r>
            <a:r>
              <a:rPr sz="2400" b="1" spc="110" dirty="0">
                <a:latin typeface="Calibri (Основной текст)"/>
                <a:cs typeface="Arial"/>
              </a:rPr>
              <a:t> </a:t>
            </a:r>
            <a:r>
              <a:rPr sz="2400" b="1" spc="-10" dirty="0">
                <a:latin typeface="Calibri (Основной текст)"/>
                <a:cs typeface="Arial"/>
              </a:rPr>
              <a:t>techniques</a:t>
            </a:r>
            <a:r>
              <a:rPr sz="2400" b="1" spc="110" dirty="0">
                <a:latin typeface="Calibri (Основной текст)"/>
                <a:cs typeface="Arial"/>
              </a:rPr>
              <a:t> </a:t>
            </a:r>
            <a:r>
              <a:rPr sz="2400" b="1" spc="-10" dirty="0">
                <a:latin typeface="Calibri (Основной текст)"/>
                <a:cs typeface="Arial"/>
              </a:rPr>
              <a:t>(</a:t>
            </a:r>
            <a:r>
              <a:rPr sz="2400" b="1" spc="-10" dirty="0">
                <a:latin typeface="Calibri (Основной текст)"/>
                <a:cs typeface="Times New Roman"/>
              </a:rPr>
              <a:t>Моделирование</a:t>
            </a:r>
            <a:r>
              <a:rPr sz="2400" b="1" spc="155" dirty="0">
                <a:latin typeface="Calibri (Основной текст)"/>
                <a:cs typeface="Times New Roman"/>
              </a:rPr>
              <a:t> </a:t>
            </a:r>
            <a:r>
              <a:rPr sz="2400" b="1" dirty="0">
                <a:latin typeface="Calibri (Основной текст)"/>
                <a:cs typeface="Times New Roman"/>
              </a:rPr>
              <a:t>и</a:t>
            </a:r>
            <a:r>
              <a:rPr sz="2400" b="1" dirty="0">
                <a:latin typeface="Calibri (Основной текст)"/>
                <a:cs typeface="Arial"/>
              </a:rPr>
              <a:t>/</a:t>
            </a:r>
            <a:r>
              <a:rPr sz="2400" b="1" dirty="0">
                <a:latin typeface="Calibri (Основной текст)"/>
                <a:cs typeface="Times New Roman"/>
              </a:rPr>
              <a:t>или</a:t>
            </a:r>
            <a:r>
              <a:rPr sz="2400" b="1" spc="150" dirty="0">
                <a:latin typeface="Calibri (Основной текст)"/>
                <a:cs typeface="Times New Roman"/>
              </a:rPr>
              <a:t> </a:t>
            </a:r>
            <a:r>
              <a:rPr sz="2400" b="1" spc="-10" dirty="0">
                <a:latin typeface="Calibri (Основной текст)"/>
                <a:cs typeface="Times New Roman"/>
              </a:rPr>
              <a:t>аналитика</a:t>
            </a:r>
            <a:r>
              <a:rPr sz="2400" b="1" spc="-10" dirty="0">
                <a:latin typeface="Calibri (Основной текст)"/>
                <a:cs typeface="Arial"/>
              </a:rPr>
              <a:t>)</a:t>
            </a:r>
            <a:endParaRPr sz="2400" dirty="0">
              <a:latin typeface="Calibri (Основной текст)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240"/>
              </a:spcBef>
            </a:pPr>
            <a:r>
              <a:rPr sz="2400" spc="-10" dirty="0">
                <a:latin typeface="Calibri (Основной текст)"/>
                <a:cs typeface="Times New Roman"/>
              </a:rPr>
              <a:t>Попробуем</a:t>
            </a:r>
            <a:r>
              <a:rPr sz="2400" spc="-8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разные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модели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(круг,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квадрат,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треугольник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240" dirty="0">
                <a:latin typeface="Calibri (Основной текст)"/>
                <a:cs typeface="Times New Roman"/>
              </a:rPr>
              <a:t>—</a:t>
            </a:r>
            <a:r>
              <a:rPr sz="2400" spc="-2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как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абстрактные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обозначения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разных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алгоритмов,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например: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логистическая</a:t>
            </a:r>
            <a:r>
              <a:rPr sz="2400" spc="-50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регрессия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дерево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решений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случайный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25" dirty="0">
                <a:latin typeface="Calibri (Основной текст)"/>
                <a:cs typeface="Times New Roman"/>
              </a:rPr>
              <a:t>лес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1126490" lvl="1" indent="-31813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1126490" algn="l"/>
              </a:tabLst>
            </a:pPr>
            <a:r>
              <a:rPr sz="2400" dirty="0">
                <a:latin typeface="Calibri (Основной текст)"/>
                <a:cs typeface="Times New Roman"/>
              </a:rPr>
              <a:t>кластеризация</a:t>
            </a:r>
            <a:r>
              <a:rPr sz="2400" spc="-3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и</a:t>
            </a:r>
            <a:r>
              <a:rPr sz="2400" spc="-30" dirty="0">
                <a:latin typeface="Calibri (Основной текст)"/>
                <a:cs typeface="Times New Roman"/>
              </a:rPr>
              <a:t> </a:t>
            </a:r>
            <a:r>
              <a:rPr sz="2400" spc="-20" dirty="0">
                <a:latin typeface="Calibri (Основной текст)"/>
                <a:cs typeface="Times New Roman"/>
              </a:rPr>
              <a:t>пр.)</a:t>
            </a:r>
            <a:endParaRPr sz="2400" dirty="0">
              <a:latin typeface="Calibri (Основной текст)"/>
              <a:cs typeface="Times New Roman"/>
            </a:endParaRPr>
          </a:p>
          <a:p>
            <a:pPr marL="330835" lvl="1" indent="-318135">
              <a:lnSpc>
                <a:spcPct val="100000"/>
              </a:lnSpc>
              <a:spcBef>
                <a:spcPts val="1030"/>
              </a:spcBef>
              <a:buFont typeface="Times New Roman"/>
              <a:buAutoNum type="arabicPeriod"/>
              <a:tabLst>
                <a:tab pos="330835" algn="l"/>
              </a:tabLst>
            </a:pPr>
            <a:r>
              <a:rPr sz="2400" b="1" spc="55" dirty="0">
                <a:latin typeface="Calibri (Основной текст)"/>
                <a:cs typeface="Arial"/>
              </a:rPr>
              <a:t>Tuning</a:t>
            </a:r>
            <a:r>
              <a:rPr sz="2400" b="1" spc="-65" dirty="0">
                <a:latin typeface="Calibri (Основной текст)"/>
                <a:cs typeface="Arial"/>
              </a:rPr>
              <a:t> </a:t>
            </a:r>
            <a:r>
              <a:rPr sz="2400" b="1" dirty="0">
                <a:latin typeface="Calibri (Основной текст)"/>
                <a:cs typeface="Arial"/>
              </a:rPr>
              <a:t>(</a:t>
            </a:r>
            <a:r>
              <a:rPr sz="2400" b="1" dirty="0">
                <a:latin typeface="Calibri (Основной текст)"/>
                <a:cs typeface="Times New Roman"/>
              </a:rPr>
              <a:t>Настройка</a:t>
            </a:r>
            <a:r>
              <a:rPr sz="2400" b="1" spc="-25" dirty="0">
                <a:latin typeface="Calibri (Основной текст)"/>
                <a:cs typeface="Times New Roman"/>
              </a:rPr>
              <a:t> </a:t>
            </a:r>
            <a:r>
              <a:rPr sz="2400" b="1" spc="-10" dirty="0">
                <a:latin typeface="Calibri (Основной текст)"/>
                <a:cs typeface="Times New Roman"/>
              </a:rPr>
              <a:t>гиперпараметров</a:t>
            </a:r>
            <a:r>
              <a:rPr sz="2400" b="1" spc="-10" dirty="0">
                <a:latin typeface="Calibri (Основной текст)"/>
                <a:cs typeface="Arial"/>
              </a:rPr>
              <a:t>)</a:t>
            </a:r>
            <a:endParaRPr sz="2400" dirty="0">
              <a:latin typeface="Calibri (Основной текст)"/>
              <a:cs typeface="Arial"/>
            </a:endParaRPr>
          </a:p>
          <a:p>
            <a:pPr marL="374650" marR="2742565">
              <a:lnSpc>
                <a:spcPct val="113700"/>
              </a:lnSpc>
            </a:pPr>
            <a:r>
              <a:rPr sz="2400" spc="-10" dirty="0">
                <a:latin typeface="Calibri (Основной текст)"/>
                <a:cs typeface="Times New Roman"/>
              </a:rPr>
              <a:t>Автоматический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или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ручной</a:t>
            </a:r>
            <a:r>
              <a:rPr sz="2400" spc="-4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подбор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параметров</a:t>
            </a:r>
            <a:r>
              <a:rPr sz="2400" spc="-4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моделей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для</a:t>
            </a:r>
            <a:r>
              <a:rPr sz="2400" spc="-40" dirty="0">
                <a:latin typeface="Calibri (Основной текст)"/>
                <a:cs typeface="Times New Roman"/>
              </a:rPr>
              <a:t> </a:t>
            </a:r>
            <a:r>
              <a:rPr sz="2400" dirty="0">
                <a:latin typeface="Calibri (Основной текст)"/>
                <a:cs typeface="Times New Roman"/>
              </a:rPr>
              <a:t>повышения</a:t>
            </a:r>
            <a:r>
              <a:rPr sz="2400" spc="-45" dirty="0">
                <a:latin typeface="Calibri (Основной текст)"/>
                <a:cs typeface="Times New Roman"/>
              </a:rPr>
              <a:t> </a:t>
            </a:r>
            <a:r>
              <a:rPr sz="2400" spc="-10" dirty="0">
                <a:latin typeface="Calibri (Основной текст)"/>
                <a:cs typeface="Times New Roman"/>
              </a:rPr>
              <a:t>точности. </a:t>
            </a:r>
            <a:r>
              <a:rPr sz="2400" dirty="0">
                <a:latin typeface="Calibri (Основной текст)"/>
                <a:cs typeface="Times New Roman"/>
              </a:rPr>
              <a:t>Примеры:</a:t>
            </a:r>
            <a:r>
              <a:rPr sz="2400" spc="-10" dirty="0">
                <a:latin typeface="Calibri (Основной текст)"/>
                <a:cs typeface="Times New Roman"/>
              </a:rPr>
              <a:t> </a:t>
            </a:r>
            <a:r>
              <a:rPr sz="2400" spc="75" dirty="0">
                <a:latin typeface="Calibri (Основной текст)"/>
                <a:cs typeface="Times New Roman"/>
              </a:rPr>
              <a:t>GridSearch,</a:t>
            </a:r>
            <a:r>
              <a:rPr sz="2400" spc="-10" dirty="0">
                <a:latin typeface="Calibri (Основной текст)"/>
                <a:cs typeface="Times New Roman"/>
              </a:rPr>
              <a:t> </a:t>
            </a:r>
            <a:r>
              <a:rPr sz="2400" spc="90" dirty="0">
                <a:latin typeface="Calibri (Основной текст)"/>
                <a:cs typeface="Times New Roman"/>
              </a:rPr>
              <a:t>RandomSearch,</a:t>
            </a:r>
            <a:r>
              <a:rPr sz="2400" spc="-5" dirty="0">
                <a:latin typeface="Calibri (Основной текст)"/>
                <a:cs typeface="Times New Roman"/>
              </a:rPr>
              <a:t> </a:t>
            </a:r>
            <a:r>
              <a:rPr sz="2400" spc="80" dirty="0">
                <a:latin typeface="Calibri (Основной текст)"/>
                <a:cs typeface="Times New Roman"/>
              </a:rPr>
              <a:t>Cross-</a:t>
            </a:r>
            <a:r>
              <a:rPr sz="2400" spc="55" dirty="0">
                <a:latin typeface="Calibri (Основной текст)"/>
                <a:cs typeface="Times New Roman"/>
              </a:rPr>
              <a:t>validation.</a:t>
            </a:r>
            <a:endParaRPr sz="2400" dirty="0">
              <a:latin typeface="Calibri (Основной текст)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6789" y="440364"/>
            <a:ext cx="13690525" cy="10427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029" y="626664"/>
            <a:ext cx="16402041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pc="-55" dirty="0">
                <a:latin typeface="Calibri (Основной текст)"/>
              </a:rPr>
              <a:t>Процесс</a:t>
            </a:r>
            <a:r>
              <a:rPr spc="-690" dirty="0">
                <a:latin typeface="Calibri (Основной текст)"/>
              </a:rPr>
              <a:t> </a:t>
            </a:r>
            <a:r>
              <a:rPr spc="-55" dirty="0">
                <a:latin typeface="Calibri (Основной текст)"/>
              </a:rPr>
              <a:t>построения</a:t>
            </a:r>
            <a:r>
              <a:rPr spc="-685" dirty="0">
                <a:latin typeface="Calibri (Основной текст)"/>
              </a:rPr>
              <a:t> </a:t>
            </a:r>
            <a:r>
              <a:rPr dirty="0">
                <a:latin typeface="Calibri (Основной текст)"/>
              </a:rPr>
              <a:t>и</a:t>
            </a:r>
            <a:r>
              <a:rPr spc="-680" dirty="0">
                <a:latin typeface="Calibri (Основной текст)"/>
              </a:rPr>
              <a:t> </a:t>
            </a:r>
            <a:r>
              <a:rPr spc="-70" dirty="0">
                <a:latin typeface="Calibri (Основной текст)"/>
              </a:rPr>
              <a:t>применения</a:t>
            </a:r>
            <a:r>
              <a:rPr spc="-690" dirty="0">
                <a:latin typeface="Calibri (Основной текст)"/>
              </a:rPr>
              <a:t> </a:t>
            </a:r>
            <a:r>
              <a:rPr spc="-20" dirty="0">
                <a:latin typeface="Calibri (Основной текст)"/>
              </a:rPr>
              <a:t>модели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3565" y="2336697"/>
            <a:ext cx="1216660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007475" algn="l"/>
              </a:tabLst>
            </a:pPr>
            <a:r>
              <a:rPr sz="2450" b="1" dirty="0">
                <a:latin typeface="Calibri (Основной текст)"/>
                <a:cs typeface="Times New Roman"/>
              </a:rPr>
              <a:t>Обучение</a:t>
            </a:r>
            <a:r>
              <a:rPr sz="2450" b="1" spc="-110" dirty="0">
                <a:latin typeface="Calibri (Основной текст)"/>
                <a:cs typeface="Times New Roman"/>
              </a:rPr>
              <a:t> </a:t>
            </a:r>
            <a:r>
              <a:rPr sz="2450" b="1" spc="-10" dirty="0">
                <a:latin typeface="Calibri (Основной текст)"/>
                <a:cs typeface="Times New Roman"/>
              </a:rPr>
              <a:t>модели</a:t>
            </a:r>
            <a:r>
              <a:rPr sz="2450" b="1" spc="-10" dirty="0">
                <a:latin typeface="Calibri (Основной текст)"/>
                <a:cs typeface="Arial"/>
              </a:rPr>
              <a:t>:</a:t>
            </a:r>
            <a:r>
              <a:rPr sz="2450" b="1" dirty="0">
                <a:latin typeface="Calibri (Основной текст)"/>
                <a:cs typeface="Arial"/>
              </a:rPr>
              <a:t>	</a:t>
            </a:r>
            <a:r>
              <a:rPr sz="2450" b="1" dirty="0">
                <a:latin typeface="Calibri (Основной текст)"/>
                <a:cs typeface="Times New Roman"/>
              </a:rPr>
              <a:t>Тестирование</a:t>
            </a:r>
            <a:r>
              <a:rPr sz="2450" b="1" spc="-155" dirty="0">
                <a:latin typeface="Calibri (Основной текст)"/>
                <a:cs typeface="Times New Roman"/>
              </a:rPr>
              <a:t> </a:t>
            </a:r>
            <a:r>
              <a:rPr sz="2450" b="1" spc="-10" dirty="0">
                <a:latin typeface="Calibri (Основной текст)"/>
                <a:cs typeface="Times New Roman"/>
              </a:rPr>
              <a:t>модели</a:t>
            </a:r>
            <a:r>
              <a:rPr sz="2450" b="1" spc="-10" dirty="0">
                <a:latin typeface="Calibri (Основной текст)"/>
                <a:cs typeface="Arial"/>
              </a:rPr>
              <a:t>:</a:t>
            </a:r>
            <a:endParaRPr sz="2450" dirty="0">
              <a:latin typeface="Calibri (Основной текст)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3565" y="3017875"/>
            <a:ext cx="17780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50" dirty="0">
                <a:latin typeface="Times New Roman"/>
                <a:cs typeface="Times New Roman"/>
              </a:rPr>
              <a:t>1.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9352" y="2973635"/>
            <a:ext cx="7619365" cy="1751761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50" b="1" spc="60" dirty="0">
                <a:latin typeface="Calibri (Основной текст)"/>
                <a:cs typeface="Arial"/>
              </a:rPr>
              <a:t>Load</a:t>
            </a:r>
            <a:r>
              <a:rPr sz="2050" b="1" spc="-70" dirty="0">
                <a:latin typeface="Calibri (Основной текст)"/>
                <a:cs typeface="Arial"/>
              </a:rPr>
              <a:t> </a:t>
            </a:r>
            <a:r>
              <a:rPr sz="2050" b="1" spc="75" dirty="0">
                <a:latin typeface="Calibri (Основной текст)"/>
                <a:cs typeface="Arial"/>
              </a:rPr>
              <a:t>Data</a:t>
            </a:r>
            <a:endParaRPr sz="2050" dirty="0">
              <a:latin typeface="Calibri (Основной текст)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50" dirty="0">
                <a:latin typeface="Calibri (Основной текст)"/>
                <a:cs typeface="Times New Roman"/>
              </a:rPr>
              <a:t>Загрузка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обучающего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набора</a:t>
            </a:r>
            <a:r>
              <a:rPr sz="2050" spc="-45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данных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в</a:t>
            </a:r>
            <a:r>
              <a:rPr sz="2050" spc="-45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формате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spc="114" dirty="0">
                <a:latin typeface="Calibri (Основной текст)"/>
                <a:cs typeface="Times New Roman"/>
              </a:rPr>
              <a:t>Spark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Courier New"/>
              </a:rPr>
              <a:t>DataFrame</a:t>
            </a:r>
            <a:r>
              <a:rPr sz="2050" spc="-10" dirty="0">
                <a:latin typeface="Calibri (Основной текст)"/>
                <a:cs typeface="Times New Roman"/>
              </a:rPr>
              <a:t>.</a:t>
            </a:r>
            <a:endParaRPr sz="2050" dirty="0">
              <a:latin typeface="Calibri (Основной текст)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 dirty="0">
              <a:latin typeface="Calibri (Основной текст)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b="1" spc="60" dirty="0">
                <a:latin typeface="Calibri (Основной текст)"/>
                <a:cs typeface="Arial"/>
              </a:rPr>
              <a:t>Extract </a:t>
            </a:r>
            <a:r>
              <a:rPr sz="2050" b="1" dirty="0">
                <a:latin typeface="Calibri (Основной текст)"/>
                <a:cs typeface="Arial"/>
              </a:rPr>
              <a:t>Feature</a:t>
            </a:r>
            <a:r>
              <a:rPr sz="2050" b="1" spc="50" dirty="0">
                <a:latin typeface="Calibri (Основной текст)"/>
                <a:cs typeface="Arial"/>
              </a:rPr>
              <a:t> </a:t>
            </a:r>
            <a:r>
              <a:rPr sz="2050" i="1" spc="-10" dirty="0">
                <a:latin typeface="Calibri (Основной текст)"/>
                <a:cs typeface="Trebuchet MS"/>
              </a:rPr>
              <a:t>(Transformer)</a:t>
            </a:r>
            <a:endParaRPr sz="2050" dirty="0">
              <a:latin typeface="Calibri (Основной текст)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50" dirty="0">
                <a:latin typeface="Calibri (Основной текст)"/>
                <a:cs typeface="Times New Roman"/>
              </a:rPr>
              <a:t>Преобразование</a:t>
            </a:r>
            <a:r>
              <a:rPr sz="2050" spc="-45" dirty="0">
                <a:latin typeface="Calibri (Основной текст)"/>
                <a:cs typeface="Times New Roman"/>
              </a:rPr>
              <a:t> </a:t>
            </a:r>
            <a:r>
              <a:rPr sz="2050" spc="-20" dirty="0">
                <a:latin typeface="Calibri (Основной текст)"/>
                <a:cs typeface="Times New Roman"/>
              </a:rPr>
              <a:t>исходных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данных</a:t>
            </a:r>
            <a:r>
              <a:rPr sz="2050" spc="-45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в</a:t>
            </a:r>
            <a:r>
              <a:rPr sz="2050" spc="-4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набор</a:t>
            </a:r>
            <a:r>
              <a:rPr sz="2050" spc="-45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признаков</a:t>
            </a:r>
            <a:r>
              <a:rPr sz="2050" spc="-45" dirty="0">
                <a:latin typeface="Calibri (Основной текст)"/>
                <a:cs typeface="Times New Roman"/>
              </a:rPr>
              <a:t> </a:t>
            </a:r>
            <a:r>
              <a:rPr sz="2050" spc="70" dirty="0">
                <a:latin typeface="Calibri (Основной текст)"/>
                <a:cs typeface="Times New Roman"/>
              </a:rPr>
              <a:t>(features):</a:t>
            </a:r>
            <a:endParaRPr sz="2050" dirty="0">
              <a:latin typeface="Calibri (Основной текст)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3565" y="3994411"/>
            <a:ext cx="2165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5" dirty="0">
                <a:latin typeface="Times New Roman"/>
                <a:cs typeface="Times New Roman"/>
              </a:rPr>
              <a:t>2.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9352" y="4970947"/>
            <a:ext cx="216535" cy="955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5" dirty="0">
                <a:latin typeface="Times New Roman"/>
                <a:cs typeface="Times New Roman"/>
              </a:rPr>
              <a:t>1.</a:t>
            </a:r>
            <a:endParaRPr sz="2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25" dirty="0">
                <a:latin typeface="Times New Roman"/>
                <a:cs typeface="Times New Roman"/>
              </a:rPr>
              <a:t>2.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5139" y="4970947"/>
            <a:ext cx="5795010" cy="955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00" dirty="0">
                <a:latin typeface="Calibri (Основной текст)"/>
                <a:cs typeface="Times New Roman"/>
              </a:rPr>
              <a:t>Tokenizer</a:t>
            </a:r>
            <a:r>
              <a:rPr sz="2050" spc="100" dirty="0">
                <a:latin typeface="Calibri (Основной текст)"/>
                <a:cs typeface="Arial MT"/>
              </a:rPr>
              <a:t>,</a:t>
            </a:r>
            <a:r>
              <a:rPr sz="2050" spc="10" dirty="0">
                <a:latin typeface="Calibri (Основной текст)"/>
                <a:cs typeface="Arial MT"/>
              </a:rPr>
              <a:t> </a:t>
            </a:r>
            <a:r>
              <a:rPr sz="2050" spc="85" dirty="0">
                <a:latin typeface="Calibri (Основной текст)"/>
                <a:cs typeface="Times New Roman"/>
              </a:rPr>
              <a:t>VectorAssembler</a:t>
            </a:r>
            <a:r>
              <a:rPr sz="2050" spc="85" dirty="0">
                <a:latin typeface="Calibri (Основной текст)"/>
                <a:cs typeface="Arial MT"/>
              </a:rPr>
              <a:t>,</a:t>
            </a:r>
            <a:r>
              <a:rPr sz="2050" spc="20" dirty="0">
                <a:latin typeface="Calibri (Основной текст)"/>
                <a:cs typeface="Arial MT"/>
              </a:rPr>
              <a:t> </a:t>
            </a:r>
            <a:r>
              <a:rPr sz="2050" spc="95" dirty="0">
                <a:latin typeface="Calibri (Основной текст)"/>
                <a:cs typeface="Times New Roman"/>
              </a:rPr>
              <a:t>StringIndexer</a:t>
            </a:r>
            <a:r>
              <a:rPr sz="2050" spc="8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Microsoft Sans Serif"/>
              </a:rPr>
              <a:t>и</a:t>
            </a:r>
            <a:r>
              <a:rPr sz="2050" spc="50" dirty="0">
                <a:latin typeface="Calibri (Основной текст)"/>
                <a:cs typeface="Microsoft Sans Serif"/>
              </a:rPr>
              <a:t> </a:t>
            </a:r>
            <a:r>
              <a:rPr sz="2050" spc="-25" dirty="0">
                <a:latin typeface="Calibri (Основной текст)"/>
                <a:cs typeface="Microsoft Sans Serif"/>
              </a:rPr>
              <a:t>др</a:t>
            </a:r>
            <a:r>
              <a:rPr sz="2050" spc="-25" dirty="0">
                <a:latin typeface="Calibri (Основной текст)"/>
                <a:cs typeface="Arial MT"/>
              </a:rPr>
              <a:t>.</a:t>
            </a:r>
            <a:endParaRPr sz="2050" dirty="0">
              <a:latin typeface="Calibri (Основной текст)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 dirty="0">
              <a:latin typeface="Calibri (Основной текст)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50" dirty="0">
                <a:latin typeface="Calibri (Основной текст)"/>
                <a:cs typeface="Times New Roman"/>
              </a:rPr>
              <a:t>Это</a:t>
            </a:r>
            <a:r>
              <a:rPr sz="2050" spc="-5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этап</a:t>
            </a:r>
            <a:r>
              <a:rPr sz="2050" spc="-40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Courier New"/>
              </a:rPr>
              <a:t>transform()</a:t>
            </a:r>
            <a:endParaRPr sz="2050" dirty="0">
              <a:latin typeface="Calibri (Основной текст)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3565" y="6204730"/>
            <a:ext cx="22479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5" dirty="0">
                <a:latin typeface="Times New Roman"/>
                <a:cs typeface="Times New Roman"/>
              </a:rPr>
              <a:t>3.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9352" y="6160491"/>
            <a:ext cx="4461298" cy="74122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50" b="1" spc="114" dirty="0">
                <a:latin typeface="Calibri (Основной текст)"/>
                <a:cs typeface="Arial"/>
              </a:rPr>
              <a:t>Train</a:t>
            </a:r>
            <a:r>
              <a:rPr sz="2050" b="1" spc="-75" dirty="0">
                <a:latin typeface="Calibri (Основной текст)"/>
                <a:cs typeface="Arial"/>
              </a:rPr>
              <a:t> </a:t>
            </a:r>
            <a:r>
              <a:rPr sz="2050" b="1" spc="75" dirty="0">
                <a:latin typeface="Calibri (Основной текст)"/>
                <a:cs typeface="Arial"/>
              </a:rPr>
              <a:t>Model</a:t>
            </a:r>
            <a:r>
              <a:rPr sz="2050" b="1" spc="-85" dirty="0">
                <a:latin typeface="Calibri (Основной текст)"/>
                <a:cs typeface="Arial"/>
              </a:rPr>
              <a:t> </a:t>
            </a:r>
            <a:r>
              <a:rPr sz="2050" i="1" spc="-10" dirty="0">
                <a:latin typeface="Calibri (Основной текст)"/>
                <a:cs typeface="Trebuchet MS"/>
              </a:rPr>
              <a:t>(Estimator)</a:t>
            </a:r>
            <a:endParaRPr sz="2050" dirty="0">
              <a:latin typeface="Calibri (Основной текст)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50" dirty="0">
                <a:latin typeface="Calibri (Основной текст)"/>
                <a:cs typeface="Times New Roman"/>
              </a:rPr>
              <a:t>Обучение</a:t>
            </a:r>
            <a:r>
              <a:rPr sz="2050" spc="-75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модели</a:t>
            </a:r>
            <a:r>
              <a:rPr sz="2050" spc="-7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на</a:t>
            </a:r>
            <a:r>
              <a:rPr sz="2050" spc="-70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признаках:</a:t>
            </a:r>
            <a:endParaRPr sz="2050" dirty="0">
              <a:latin typeface="Calibri (Основной текст)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9352" y="7181266"/>
            <a:ext cx="216535" cy="949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5" dirty="0">
                <a:latin typeface="Times New Roman"/>
                <a:cs typeface="Times New Roman"/>
              </a:rPr>
              <a:t>1.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sz="2050" spc="-25" dirty="0">
                <a:latin typeface="Times New Roman"/>
                <a:cs typeface="Times New Roman"/>
              </a:rPr>
              <a:t>2.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5139" y="7181266"/>
            <a:ext cx="5480685" cy="1316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75" dirty="0">
                <a:latin typeface="Calibri (Основной текст)"/>
                <a:cs typeface="Times New Roman"/>
              </a:rPr>
              <a:t>LogisticRegression().flt(data)</a:t>
            </a:r>
            <a:endParaRPr sz="2050" dirty="0">
              <a:latin typeface="Calibri (Основной текст)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sz="2050" dirty="0">
                <a:latin typeface="Calibri (Основной текст)"/>
                <a:cs typeface="Times New Roman"/>
              </a:rPr>
              <a:t>После</a:t>
            </a:r>
            <a:r>
              <a:rPr sz="2050" spc="-25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этого</a:t>
            </a:r>
            <a:r>
              <a:rPr sz="2050" spc="-2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Courier New"/>
              </a:rPr>
              <a:t>Estimator</a:t>
            </a:r>
            <a:r>
              <a:rPr sz="2050" spc="-745" dirty="0">
                <a:latin typeface="Calibri (Основной текст)"/>
                <a:cs typeface="Courier New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становится</a:t>
            </a:r>
            <a:r>
              <a:rPr sz="2050" spc="-2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Courier New"/>
              </a:rPr>
              <a:t>Model</a:t>
            </a:r>
            <a:r>
              <a:rPr sz="2050" dirty="0">
                <a:latin typeface="Calibri (Основной текст)"/>
                <a:cs typeface="Times New Roman"/>
              </a:rPr>
              <a:t>,</a:t>
            </a:r>
            <a:r>
              <a:rPr sz="2050" spc="-25" dirty="0">
                <a:latin typeface="Calibri (Основной текст)"/>
                <a:cs typeface="Times New Roman"/>
              </a:rPr>
              <a:t> </a:t>
            </a:r>
            <a:r>
              <a:rPr sz="2050" spc="-20" dirty="0">
                <a:latin typeface="Calibri (Основной текст)"/>
                <a:cs typeface="Times New Roman"/>
              </a:rPr>
              <a:t>т.е.</a:t>
            </a:r>
            <a:endParaRPr sz="2050" dirty="0">
              <a:latin typeface="Calibri (Основной текст)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50" spc="-10" dirty="0">
                <a:latin typeface="Calibri (Основной текст)"/>
                <a:cs typeface="Courier New"/>
              </a:rPr>
              <a:t>Transformer</a:t>
            </a:r>
            <a:r>
              <a:rPr sz="2050" spc="-10" dirty="0">
                <a:latin typeface="Calibri (Основной текст)"/>
                <a:cs typeface="Times New Roman"/>
              </a:rPr>
              <a:t>.</a:t>
            </a:r>
            <a:endParaRPr sz="2050" dirty="0">
              <a:latin typeface="Calibri (Основной текст)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3565" y="8767469"/>
            <a:ext cx="23939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45" dirty="0">
                <a:latin typeface="Times New Roman"/>
                <a:cs typeface="Times New Roman"/>
              </a:rPr>
              <a:t>4.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9352" y="8723229"/>
            <a:ext cx="7204498" cy="11079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50" b="1" dirty="0">
                <a:latin typeface="Calibri (Основной текст)"/>
                <a:cs typeface="Arial"/>
              </a:rPr>
              <a:t>Evaluate</a:t>
            </a:r>
            <a:r>
              <a:rPr sz="2050" b="1" spc="30" dirty="0">
                <a:latin typeface="Calibri (Основной текст)"/>
                <a:cs typeface="Arial"/>
              </a:rPr>
              <a:t> </a:t>
            </a:r>
            <a:r>
              <a:rPr sz="2050" i="1" spc="-10" dirty="0">
                <a:latin typeface="Calibri (Основной текст)"/>
                <a:cs typeface="Trebuchet MS"/>
              </a:rPr>
              <a:t>(Evaluator)</a:t>
            </a:r>
            <a:endParaRPr sz="2050" dirty="0">
              <a:latin typeface="Calibri (Основной текст)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50" dirty="0">
                <a:latin typeface="Calibri (Основной текст)"/>
                <a:cs typeface="Times New Roman"/>
              </a:rPr>
              <a:t>Оценка</a:t>
            </a:r>
            <a:r>
              <a:rPr sz="2050" spc="-70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качества</a:t>
            </a:r>
            <a:r>
              <a:rPr sz="2050" spc="-6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модели</a:t>
            </a:r>
            <a:r>
              <a:rPr sz="2050" spc="-6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на</a:t>
            </a:r>
            <a:r>
              <a:rPr sz="2050" spc="-6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обучающей</a:t>
            </a:r>
            <a:r>
              <a:rPr sz="2050" spc="-6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выборке</a:t>
            </a:r>
            <a:r>
              <a:rPr sz="2050" spc="-6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по</a:t>
            </a:r>
            <a:r>
              <a:rPr sz="2050" spc="-60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метрикам</a:t>
            </a:r>
            <a:endParaRPr sz="2050" dirty="0">
              <a:latin typeface="Calibri (Основной текст)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50" dirty="0">
                <a:latin typeface="Calibri (Основной текст)"/>
                <a:cs typeface="Times New Roman"/>
              </a:rPr>
              <a:t>(</a:t>
            </a:r>
            <a:r>
              <a:rPr sz="2050" dirty="0">
                <a:latin typeface="Calibri (Основной текст)"/>
                <a:cs typeface="Courier New"/>
              </a:rPr>
              <a:t>accuracy</a:t>
            </a:r>
            <a:r>
              <a:rPr sz="2050" dirty="0">
                <a:latin typeface="Calibri (Основной текст)"/>
                <a:cs typeface="Times New Roman"/>
              </a:rPr>
              <a:t>,</a:t>
            </a:r>
            <a:r>
              <a:rPr sz="2050" spc="-2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Courier New"/>
              </a:rPr>
              <a:t>f1</a:t>
            </a:r>
            <a:r>
              <a:rPr sz="2050" dirty="0">
                <a:latin typeface="Calibri (Основной текст)"/>
                <a:cs typeface="Times New Roman"/>
              </a:rPr>
              <a:t>,</a:t>
            </a:r>
            <a:r>
              <a:rPr sz="2050" spc="-15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Courier New"/>
              </a:rPr>
              <a:t>rmse</a:t>
            </a:r>
            <a:r>
              <a:rPr sz="2050" dirty="0">
                <a:latin typeface="Calibri (Основной текст)"/>
                <a:cs typeface="Times New Roman"/>
              </a:rPr>
              <a:t>,</a:t>
            </a:r>
            <a:r>
              <a:rPr sz="2050" spc="-20" dirty="0">
                <a:latin typeface="Calibri (Основной текст)"/>
                <a:cs typeface="Times New Roman"/>
              </a:rPr>
              <a:t> </a:t>
            </a:r>
            <a:r>
              <a:rPr sz="2050" dirty="0">
                <a:latin typeface="Calibri (Основной текст)"/>
                <a:cs typeface="Times New Roman"/>
              </a:rPr>
              <a:t>и</a:t>
            </a:r>
            <a:r>
              <a:rPr sz="2050" spc="-15" dirty="0">
                <a:latin typeface="Calibri (Основной текст)"/>
                <a:cs typeface="Times New Roman"/>
              </a:rPr>
              <a:t> </a:t>
            </a:r>
            <a:r>
              <a:rPr sz="2050" spc="-10" dirty="0">
                <a:latin typeface="Calibri (Основной текст)"/>
                <a:cs typeface="Times New Roman"/>
              </a:rPr>
              <a:t>т.д.)</a:t>
            </a:r>
            <a:endParaRPr sz="2050" dirty="0">
              <a:latin typeface="Calibri (Основной текст)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808355" indent="-795655">
              <a:lnSpc>
                <a:spcPct val="100000"/>
              </a:lnSpc>
              <a:spcBef>
                <a:spcPts val="495"/>
              </a:spcBef>
              <a:buFont typeface="Times New Roman"/>
              <a:buAutoNum type="arabicPeriod"/>
              <a:tabLst>
                <a:tab pos="808355" algn="l"/>
              </a:tabLst>
            </a:pPr>
            <a:r>
              <a:rPr spc="70" dirty="0">
                <a:latin typeface="Calibri (Основной текст)"/>
              </a:rPr>
              <a:t>Load</a:t>
            </a:r>
            <a:r>
              <a:rPr spc="-75" dirty="0">
                <a:latin typeface="Calibri (Основной текст)"/>
              </a:rPr>
              <a:t> </a:t>
            </a:r>
            <a:r>
              <a:rPr spc="100" dirty="0">
                <a:latin typeface="Calibri (Основной текст)"/>
              </a:rPr>
              <a:t>Data</a:t>
            </a:r>
          </a:p>
          <a:p>
            <a:pPr marL="808355" marR="5080">
              <a:lnSpc>
                <a:spcPts val="3420"/>
              </a:lnSpc>
              <a:spcBef>
                <a:spcPts val="114"/>
              </a:spcBef>
            </a:pPr>
            <a:r>
              <a:rPr b="0" dirty="0">
                <a:latin typeface="Calibri (Основной текст)"/>
                <a:cs typeface="Times New Roman"/>
              </a:rPr>
              <a:t>Загрузка</a:t>
            </a:r>
            <a:r>
              <a:rPr b="0" spc="-6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тестового</a:t>
            </a:r>
            <a:r>
              <a:rPr b="0" spc="-6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набора</a:t>
            </a:r>
            <a:r>
              <a:rPr b="0" spc="-6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данных</a:t>
            </a:r>
            <a:r>
              <a:rPr b="0" spc="-60" dirty="0">
                <a:latin typeface="Calibri (Основной текст)"/>
                <a:cs typeface="Times New Roman"/>
              </a:rPr>
              <a:t> </a:t>
            </a:r>
            <a:r>
              <a:rPr b="0" spc="-10" dirty="0">
                <a:latin typeface="Calibri (Основной текст)"/>
                <a:cs typeface="Times New Roman"/>
              </a:rPr>
              <a:t>(который</a:t>
            </a:r>
            <a:r>
              <a:rPr b="0" spc="-6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не</a:t>
            </a:r>
            <a:r>
              <a:rPr b="0" spc="-6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использовался</a:t>
            </a:r>
            <a:r>
              <a:rPr b="0" spc="-65" dirty="0">
                <a:latin typeface="Calibri (Основной текст)"/>
                <a:cs typeface="Times New Roman"/>
              </a:rPr>
              <a:t> </a:t>
            </a:r>
            <a:r>
              <a:rPr b="0" spc="-25" dirty="0">
                <a:latin typeface="Calibri (Основной текст)"/>
                <a:cs typeface="Times New Roman"/>
              </a:rPr>
              <a:t>для </a:t>
            </a:r>
            <a:r>
              <a:rPr b="0" spc="-10" dirty="0">
                <a:latin typeface="Calibri (Основной текст)"/>
                <a:cs typeface="Times New Roman"/>
              </a:rPr>
              <a:t>обучения).</a:t>
            </a:r>
          </a:p>
          <a:p>
            <a:pPr marL="808355" indent="-795655">
              <a:lnSpc>
                <a:spcPct val="100000"/>
              </a:lnSpc>
              <a:spcBef>
                <a:spcPts val="2270"/>
              </a:spcBef>
              <a:buFont typeface="Times New Roman"/>
              <a:buAutoNum type="arabicPeriod" startAt="2"/>
              <a:tabLst>
                <a:tab pos="808355" algn="l"/>
              </a:tabLst>
            </a:pPr>
            <a:r>
              <a:rPr spc="85" dirty="0">
                <a:latin typeface="Calibri (Основной текст)"/>
              </a:rPr>
              <a:t>Extract</a:t>
            </a:r>
            <a:r>
              <a:rPr spc="-80" dirty="0">
                <a:latin typeface="Calibri (Основной текст)"/>
              </a:rPr>
              <a:t> </a:t>
            </a:r>
            <a:r>
              <a:rPr spc="45" dirty="0">
                <a:latin typeface="Calibri (Основной текст)"/>
              </a:rPr>
              <a:t>Feature</a:t>
            </a:r>
            <a:r>
              <a:rPr spc="-80" dirty="0">
                <a:latin typeface="Calibri (Основной текст)"/>
              </a:rPr>
              <a:t> </a:t>
            </a:r>
            <a:r>
              <a:rPr b="0" i="1" spc="-10" dirty="0">
                <a:latin typeface="Calibri (Основной текст)"/>
                <a:cs typeface="Trebuchet MS"/>
              </a:rPr>
              <a:t>(Transformer)</a:t>
            </a:r>
          </a:p>
          <a:p>
            <a:pPr marL="808355" marR="500380">
              <a:lnSpc>
                <a:spcPts val="3420"/>
              </a:lnSpc>
              <a:spcBef>
                <a:spcPts val="114"/>
              </a:spcBef>
            </a:pPr>
            <a:r>
              <a:rPr b="0" dirty="0">
                <a:latin typeface="Calibri (Основной текст)"/>
                <a:cs typeface="Times New Roman"/>
              </a:rPr>
              <a:t>Применение</a:t>
            </a:r>
            <a:r>
              <a:rPr b="0" spc="-8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тех</a:t>
            </a:r>
            <a:r>
              <a:rPr b="0" spc="-8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же</a:t>
            </a:r>
            <a:r>
              <a:rPr b="0" spc="-7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преобразований</a:t>
            </a:r>
            <a:r>
              <a:rPr b="0" spc="-8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признаков</a:t>
            </a:r>
            <a:r>
              <a:rPr b="0" spc="-7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(важно:</a:t>
            </a:r>
            <a:r>
              <a:rPr b="0" spc="-80" dirty="0">
                <a:latin typeface="Calibri (Основной текст)"/>
                <a:cs typeface="Times New Roman"/>
              </a:rPr>
              <a:t> </a:t>
            </a:r>
            <a:r>
              <a:rPr dirty="0">
                <a:latin typeface="Calibri (Основной текст)"/>
                <a:cs typeface="Times New Roman"/>
              </a:rPr>
              <a:t>тот</a:t>
            </a:r>
            <a:r>
              <a:rPr spc="-65" dirty="0">
                <a:latin typeface="Calibri (Основной текст)"/>
                <a:cs typeface="Times New Roman"/>
              </a:rPr>
              <a:t> </a:t>
            </a:r>
            <a:r>
              <a:rPr spc="-25" dirty="0">
                <a:latin typeface="Calibri (Основной текст)"/>
                <a:cs typeface="Times New Roman"/>
              </a:rPr>
              <a:t>же </a:t>
            </a:r>
            <a:r>
              <a:rPr spc="-10" dirty="0">
                <a:latin typeface="Calibri (Основной текст)"/>
                <a:cs typeface="Times New Roman"/>
              </a:rPr>
              <a:t>пайплайн</a:t>
            </a:r>
            <a:r>
              <a:rPr b="0" spc="-10" dirty="0">
                <a:latin typeface="Calibri (Основной текст)"/>
                <a:cs typeface="Times New Roman"/>
              </a:rPr>
              <a:t>).</a:t>
            </a:r>
          </a:p>
          <a:p>
            <a:pPr marL="808355" marR="1769110" indent="-796290">
              <a:lnSpc>
                <a:spcPct val="114999"/>
              </a:lnSpc>
              <a:spcBef>
                <a:spcPts val="1830"/>
              </a:spcBef>
              <a:buFont typeface="Times New Roman"/>
              <a:buAutoNum type="arabicPeriod" startAt="3"/>
              <a:tabLst>
                <a:tab pos="808355" algn="l"/>
              </a:tabLst>
            </a:pPr>
            <a:r>
              <a:rPr spc="60" dirty="0">
                <a:latin typeface="Calibri (Основной текст)"/>
              </a:rPr>
              <a:t>Predict</a:t>
            </a:r>
            <a:r>
              <a:rPr spc="-75" dirty="0">
                <a:latin typeface="Calibri (Основной текст)"/>
              </a:rPr>
              <a:t> </a:t>
            </a:r>
            <a:r>
              <a:rPr dirty="0">
                <a:latin typeface="Calibri (Основной текст)"/>
              </a:rPr>
              <a:t>Using</a:t>
            </a:r>
            <a:r>
              <a:rPr spc="-75" dirty="0">
                <a:latin typeface="Calibri (Основной текст)"/>
              </a:rPr>
              <a:t> </a:t>
            </a:r>
            <a:r>
              <a:rPr spc="95" dirty="0">
                <a:latin typeface="Calibri (Основной текст)"/>
              </a:rPr>
              <a:t>Model</a:t>
            </a:r>
            <a:r>
              <a:rPr spc="-85" dirty="0">
                <a:latin typeface="Calibri (Основной текст)"/>
              </a:rPr>
              <a:t> </a:t>
            </a:r>
            <a:r>
              <a:rPr b="0" i="1" spc="-10" dirty="0">
                <a:latin typeface="Calibri (Основной текст)"/>
                <a:cs typeface="Trebuchet MS"/>
              </a:rPr>
              <a:t>(Transformer) </a:t>
            </a:r>
            <a:r>
              <a:rPr b="0" dirty="0">
                <a:latin typeface="Calibri (Основной текст)"/>
                <a:cs typeface="Times New Roman"/>
              </a:rPr>
              <a:t>Использование</a:t>
            </a:r>
            <a:r>
              <a:rPr b="0" spc="-10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обученной</a:t>
            </a:r>
            <a:r>
              <a:rPr b="0" spc="-9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модели</a:t>
            </a:r>
            <a:r>
              <a:rPr b="0" spc="-10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для</a:t>
            </a:r>
            <a:r>
              <a:rPr b="0" spc="-95" dirty="0">
                <a:latin typeface="Calibri (Основной текст)"/>
                <a:cs typeface="Times New Roman"/>
              </a:rPr>
              <a:t> </a:t>
            </a:r>
            <a:r>
              <a:rPr b="0" spc="-10" dirty="0">
                <a:latin typeface="Calibri (Основной текст)"/>
                <a:cs typeface="Times New Roman"/>
              </a:rPr>
              <a:t>предсказания: </a:t>
            </a:r>
            <a:r>
              <a:rPr b="0" spc="165" dirty="0">
                <a:latin typeface="Calibri (Основной текст)"/>
                <a:cs typeface="Times New Roman"/>
              </a:rPr>
              <a:t>predictions</a:t>
            </a:r>
            <a:r>
              <a:rPr b="0" spc="-3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=</a:t>
            </a:r>
            <a:r>
              <a:rPr b="0" spc="-30" dirty="0">
                <a:latin typeface="Calibri (Основной текст)"/>
                <a:cs typeface="Times New Roman"/>
              </a:rPr>
              <a:t> </a:t>
            </a:r>
            <a:r>
              <a:rPr b="0" spc="150" dirty="0">
                <a:latin typeface="Calibri (Основной текст)"/>
                <a:cs typeface="Times New Roman"/>
              </a:rPr>
              <a:t>model.transform(testData)</a:t>
            </a:r>
          </a:p>
          <a:p>
            <a:pPr marL="808355" indent="-795655">
              <a:lnSpc>
                <a:spcPct val="100000"/>
              </a:lnSpc>
              <a:spcBef>
                <a:spcPts val="2380"/>
              </a:spcBef>
              <a:buFont typeface="Times New Roman"/>
              <a:buAutoNum type="arabicPeriod" startAt="3"/>
              <a:tabLst>
                <a:tab pos="808355" algn="l"/>
              </a:tabLst>
            </a:pPr>
            <a:r>
              <a:rPr dirty="0">
                <a:latin typeface="Calibri (Основной текст)"/>
              </a:rPr>
              <a:t>Evaluate</a:t>
            </a:r>
            <a:r>
              <a:rPr spc="135" dirty="0">
                <a:latin typeface="Calibri (Основной текст)"/>
              </a:rPr>
              <a:t> </a:t>
            </a:r>
            <a:r>
              <a:rPr b="0" spc="105" dirty="0">
                <a:latin typeface="Calibri (Основной текст)"/>
                <a:cs typeface="Times New Roman"/>
              </a:rPr>
              <a:t>(Evaluator)</a:t>
            </a:r>
          </a:p>
          <a:p>
            <a:pPr marL="808355">
              <a:lnSpc>
                <a:spcPct val="100000"/>
              </a:lnSpc>
              <a:spcBef>
                <a:spcPts val="400"/>
              </a:spcBef>
            </a:pPr>
            <a:r>
              <a:rPr b="0" dirty="0">
                <a:latin typeface="Calibri (Основной текст)"/>
                <a:cs typeface="Times New Roman"/>
              </a:rPr>
              <a:t>Оценка</a:t>
            </a:r>
            <a:r>
              <a:rPr b="0" spc="-7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качества</a:t>
            </a:r>
            <a:r>
              <a:rPr b="0" spc="-70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на</a:t>
            </a:r>
            <a:r>
              <a:rPr b="0" spc="-75" dirty="0">
                <a:latin typeface="Calibri (Основной текст)"/>
                <a:cs typeface="Times New Roman"/>
              </a:rPr>
              <a:t> </a:t>
            </a:r>
            <a:r>
              <a:rPr b="0" dirty="0">
                <a:latin typeface="Calibri (Основной текст)"/>
                <a:cs typeface="Times New Roman"/>
              </a:rPr>
              <a:t>тестовой</a:t>
            </a:r>
            <a:r>
              <a:rPr b="0" spc="-70" dirty="0">
                <a:latin typeface="Calibri (Основной текст)"/>
                <a:cs typeface="Times New Roman"/>
              </a:rPr>
              <a:t> </a:t>
            </a:r>
            <a:r>
              <a:rPr b="0" spc="-10" dirty="0">
                <a:latin typeface="Calibri (Основной текст)"/>
                <a:cs typeface="Times New Roman"/>
              </a:rPr>
              <a:t>выборке.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0886" y="929487"/>
            <a:ext cx="14867245" cy="9692823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590" y="420342"/>
            <a:ext cx="16566049" cy="1005714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D83023-FB5F-6632-BB6E-62C7E123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F38555-57ED-2FB6-F0D2-CE71200F1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1029" y="845493"/>
            <a:ext cx="6067421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lang="en-US" dirty="0">
                <a:latin typeface="Calibri (Основной текст)"/>
              </a:rPr>
              <a:t>Estimators</a:t>
            </a:r>
            <a:endParaRPr dirty="0">
              <a:latin typeface="Calibri (Основной текст)"/>
              <a:cs typeface="Arial Black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65A14FB-B642-A6F6-8B59-B09EA22DB54B}"/>
              </a:ext>
            </a:extLst>
          </p:cNvPr>
          <p:cNvSpPr txBox="1">
            <a:spLocks/>
          </p:cNvSpPr>
          <p:nvPr/>
        </p:nvSpPr>
        <p:spPr>
          <a:xfrm>
            <a:off x="12185652" y="849039"/>
            <a:ext cx="6067421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ctr">
              <a:spcBef>
                <a:spcPts val="125"/>
              </a:spcBef>
            </a:pPr>
            <a:r>
              <a:rPr lang="en-US" dirty="0">
                <a:latin typeface="Calibri (Основной текст)"/>
              </a:rPr>
              <a:t>Evaluators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82AED-0FCF-247F-8132-7D48979ACEEE}"/>
              </a:ext>
            </a:extLst>
          </p:cNvPr>
          <p:cNvSpPr txBox="1"/>
          <p:nvPr/>
        </p:nvSpPr>
        <p:spPr>
          <a:xfrm>
            <a:off x="222250" y="2987675"/>
            <a:ext cx="67252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LogisticRegression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DecisionTreeClassifier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RandomForestClassifier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NaiveBayes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OneVsRest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MultilayerPerceptronClassifier</a:t>
            </a:r>
            <a:endParaRPr lang="ru-RU" sz="3600" dirty="0">
              <a:latin typeface="Calibri (Основной текст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B916D-8772-8712-AB51-20CDF124ECBF}"/>
              </a:ext>
            </a:extLst>
          </p:cNvPr>
          <p:cNvSpPr txBox="1"/>
          <p:nvPr/>
        </p:nvSpPr>
        <p:spPr>
          <a:xfrm>
            <a:off x="6699250" y="2984128"/>
            <a:ext cx="6324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KMeans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Calibri (Основной текст)"/>
              </a:rPr>
              <a:t>LDA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Calibri (Основной текст)"/>
              </a:rPr>
              <a:t>GaussianMIxture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Calibri (Основной текст)"/>
              </a:rPr>
              <a:t>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DecisionTreeRegressor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LinearRegression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RandomForestRegressor</a:t>
            </a:r>
            <a:endParaRPr lang="ru-RU" sz="3600" dirty="0">
              <a:latin typeface="Calibri (Основной текст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E4667-1AA9-0037-FD3C-1B5AB2F512FF}"/>
              </a:ext>
            </a:extLst>
          </p:cNvPr>
          <p:cNvSpPr txBox="1"/>
          <p:nvPr/>
        </p:nvSpPr>
        <p:spPr>
          <a:xfrm>
            <a:off x="12400988" y="2984128"/>
            <a:ext cx="7080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BinaryClassificationEvaluator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RegressionEvaluator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MulticlassClassificationEvaluator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MultilabelClassificationEvaluator</a:t>
            </a:r>
            <a:endParaRPr lang="en-US" sz="3600" dirty="0">
              <a:latin typeface="Calibri (Основной текст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Calibri (Основной текст)"/>
              </a:rPr>
              <a:t>ClusteringEvaluator</a:t>
            </a:r>
            <a:endParaRPr lang="en-US" sz="3600" dirty="0">
              <a:latin typeface="Calibri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99710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7313" y="4509110"/>
            <a:ext cx="84296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pc="-80" dirty="0">
                <a:latin typeface="Calibri (Основной текст)"/>
              </a:rPr>
              <a:t>Спасибо</a:t>
            </a:r>
            <a:r>
              <a:rPr spc="-700" dirty="0">
                <a:latin typeface="Calibri (Основной текст)"/>
              </a:rPr>
              <a:t> </a:t>
            </a:r>
            <a:r>
              <a:rPr spc="-35" dirty="0">
                <a:latin typeface="Calibri (Основной текст)"/>
              </a:rPr>
              <a:t>за</a:t>
            </a:r>
            <a:r>
              <a:rPr spc="-680" dirty="0">
                <a:latin typeface="Calibri (Основной текст)"/>
              </a:rPr>
              <a:t> </a:t>
            </a:r>
            <a:r>
              <a:rPr spc="-110" dirty="0">
                <a:latin typeface="Calibri (Основной текст)"/>
              </a:rPr>
              <a:t>внимание</a:t>
            </a:r>
            <a:r>
              <a:rPr b="0" spc="-110" dirty="0">
                <a:latin typeface="Calibri (Основной текст)"/>
                <a:cs typeface="Arial Black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558</Words>
  <Application>Microsoft Office PowerPoint</Application>
  <PresentationFormat>Произвольный</PresentationFormat>
  <Paragraphs>105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Arial MT</vt:lpstr>
      <vt:lpstr>Calibri</vt:lpstr>
      <vt:lpstr>Calibri (Основной текст)</vt:lpstr>
      <vt:lpstr>Times New Roman</vt:lpstr>
      <vt:lpstr>Office Theme</vt:lpstr>
      <vt:lpstr>Презентация PowerPoint</vt:lpstr>
      <vt:lpstr>Презентация PowerPoint</vt:lpstr>
      <vt:lpstr>Spark ML</vt:lpstr>
      <vt:lpstr>Основные особенности Spark ML</vt:lpstr>
      <vt:lpstr>Модули Spark ML</vt:lpstr>
      <vt:lpstr>Процесс построения модели машинного обучения</vt:lpstr>
      <vt:lpstr>Конвейер (pipeline) машинного обучения в Apache Spark ML</vt:lpstr>
      <vt:lpstr>Презентация PowerPoint</vt:lpstr>
      <vt:lpstr>Презентация PowerPoint</vt:lpstr>
      <vt:lpstr>Процесс построения и применения модели</vt:lpstr>
      <vt:lpstr>Презентация PowerPoint</vt:lpstr>
      <vt:lpstr>Презентация PowerPoint</vt:lpstr>
      <vt:lpstr>Estimators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Presentation6</dc:title>
  <cp:lastModifiedBy>Илья Толоконов</cp:lastModifiedBy>
  <cp:revision>1</cp:revision>
  <dcterms:created xsi:type="dcterms:W3CDTF">2025-11-01T12:30:11Z</dcterms:created>
  <dcterms:modified xsi:type="dcterms:W3CDTF">2026-05-11T10:12:09Z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2025-03-24T00:00:00Z</vt:filetime>
  </property>
  <property fmtid="{D5CDD505-2E9C-101B-9397-08002B2CF9AE}" pid="3" name="Creator">
    <vt:lpwstr>Keynote</vt:lpwstr>
  </property>
  <property fmtid="{D5CDD505-2E9C-101B-9397-08002B2CF9AE}" pid="4" name="LastSaved">
    <vt:filetime>2025-11-01T00:00:00Z</vt:filetime>
  </property>
  <property fmtid="{D5CDD505-2E9C-101B-9397-08002B2CF9AE}" pid="5" name="Producer">
    <vt:lpwstr>macOS Версия 15.3.2 (Выпуск 24D81) Quartz PDFContext</vt:lpwstr>
  </property>
</Properties>
</file>