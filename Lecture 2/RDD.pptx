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305" r:id="rId2"/>
    <p:sldId id="295" r:id="rId3"/>
    <p:sldId id="306" r:id="rId4"/>
    <p:sldId id="261" r:id="rId5"/>
    <p:sldId id="286" r:id="rId6"/>
    <p:sldId id="262" r:id="rId7"/>
    <p:sldId id="263" r:id="rId8"/>
    <p:sldId id="287" r:id="rId9"/>
    <p:sldId id="288" r:id="rId10"/>
    <p:sldId id="289" r:id="rId11"/>
    <p:sldId id="290" r:id="rId12"/>
    <p:sldId id="291" r:id="rId13"/>
    <p:sldId id="271" r:id="rId14"/>
    <p:sldId id="293" r:id="rId15"/>
    <p:sldId id="272" r:id="rId16"/>
    <p:sldId id="273" r:id="rId17"/>
    <p:sldId id="276" r:id="rId18"/>
    <p:sldId id="275" r:id="rId19"/>
    <p:sldId id="294" r:id="rId20"/>
    <p:sldId id="292" r:id="rId21"/>
    <p:sldId id="278" r:id="rId22"/>
    <p:sldId id="279" r:id="rId23"/>
    <p:sldId id="280" r:id="rId24"/>
    <p:sldId id="282" r:id="rId25"/>
    <p:sldId id="304" r:id="rId26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77" y="1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лья Толоконов" userId="5d8833687a0f43b3" providerId="LiveId" clId="{5569BF33-C92B-4D40-A52A-48CBEFD8D4CF}"/>
    <pc:docChg chg="undo custSel addSld delSld modSld sldOrd">
      <pc:chgData name="Илья Толоконов" userId="5d8833687a0f43b3" providerId="LiveId" clId="{5569BF33-C92B-4D40-A52A-48CBEFD8D4CF}" dt="2026-03-21T08:22:27.424" v="256" actId="1076"/>
      <pc:docMkLst>
        <pc:docMk/>
      </pc:docMkLst>
      <pc:sldChg chg="modSp del mod">
        <pc:chgData name="Илья Толоконов" userId="5d8833687a0f43b3" providerId="LiveId" clId="{5569BF33-C92B-4D40-A52A-48CBEFD8D4CF}" dt="2026-03-21T07:34:26.233" v="67" actId="2696"/>
        <pc:sldMkLst>
          <pc:docMk/>
          <pc:sldMk cId="0" sldId="256"/>
        </pc:sldMkLst>
        <pc:spChg chg="mod">
          <ac:chgData name="Илья Толоконов" userId="5d8833687a0f43b3" providerId="LiveId" clId="{5569BF33-C92B-4D40-A52A-48CBEFD8D4CF}" dt="2026-03-21T07:32:24.622" v="6" actId="113"/>
          <ac:spMkLst>
            <pc:docMk/>
            <pc:sldMk cId="0" sldId="256"/>
            <ac:spMk id="3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1T07:32:29.659" v="8" actId="113"/>
          <ac:spMkLst>
            <pc:docMk/>
            <pc:sldMk cId="0" sldId="256"/>
            <ac:spMk id="4" creationId="{00000000-0000-0000-0000-000000000000}"/>
          </ac:spMkLst>
        </pc:spChg>
      </pc:sldChg>
      <pc:sldChg chg="del">
        <pc:chgData name="Илья Толоконов" userId="5d8833687a0f43b3" providerId="LiveId" clId="{5569BF33-C92B-4D40-A52A-48CBEFD8D4CF}" dt="2026-03-21T07:31:34.386" v="1" actId="2696"/>
        <pc:sldMkLst>
          <pc:docMk/>
          <pc:sldMk cId="0" sldId="258"/>
        </pc:sldMkLst>
      </pc:sldChg>
      <pc:sldChg chg="del">
        <pc:chgData name="Илья Толоконов" userId="5d8833687a0f43b3" providerId="LiveId" clId="{5569BF33-C92B-4D40-A52A-48CBEFD8D4CF}" dt="2026-03-21T07:35:19.290" v="80" actId="2696"/>
        <pc:sldMkLst>
          <pc:docMk/>
          <pc:sldMk cId="0" sldId="260"/>
        </pc:sldMkLst>
      </pc:sldChg>
      <pc:sldChg chg="delSp modSp mod">
        <pc:chgData name="Илья Толоконов" userId="5d8833687a0f43b3" providerId="LiveId" clId="{5569BF33-C92B-4D40-A52A-48CBEFD8D4CF}" dt="2026-03-21T07:44:32.619" v="139" actId="1035"/>
        <pc:sldMkLst>
          <pc:docMk/>
          <pc:sldMk cId="0" sldId="261"/>
        </pc:sldMkLst>
        <pc:spChg chg="mod">
          <ac:chgData name="Илья Толоконов" userId="5d8833687a0f43b3" providerId="LiveId" clId="{5569BF33-C92B-4D40-A52A-48CBEFD8D4CF}" dt="2026-03-21T07:44:26.369" v="136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1T07:44:32.619" v="139" actId="1035"/>
          <ac:spMkLst>
            <pc:docMk/>
            <pc:sldMk cId="0" sldId="261"/>
            <ac:spMk id="4" creationId="{00000000-0000-0000-0000-000000000000}"/>
          </ac:spMkLst>
        </pc:spChg>
        <pc:spChg chg="del mod">
          <ac:chgData name="Илья Толоконов" userId="5d8833687a0f43b3" providerId="LiveId" clId="{5569BF33-C92B-4D40-A52A-48CBEFD8D4CF}" dt="2026-03-21T07:44:11.212" v="134" actId="478"/>
          <ac:spMkLst>
            <pc:docMk/>
            <pc:sldMk cId="0" sldId="261"/>
            <ac:spMk id="6" creationId="{F41E47E4-7B10-B689-1C6F-26952B8CD11E}"/>
          </ac:spMkLst>
        </pc:spChg>
        <pc:picChg chg="mod">
          <ac:chgData name="Илья Толоконов" userId="5d8833687a0f43b3" providerId="LiveId" clId="{5569BF33-C92B-4D40-A52A-48CBEFD8D4CF}" dt="2026-03-21T07:44:32.619" v="139" actId="1035"/>
          <ac:picMkLst>
            <pc:docMk/>
            <pc:sldMk cId="0" sldId="261"/>
            <ac:picMk id="3" creationId="{00000000-0000-0000-0000-000000000000}"/>
          </ac:picMkLst>
        </pc:picChg>
      </pc:sldChg>
      <pc:sldChg chg="modSp mod">
        <pc:chgData name="Илья Толоконов" userId="5d8833687a0f43b3" providerId="LiveId" clId="{5569BF33-C92B-4D40-A52A-48CBEFD8D4CF}" dt="2026-03-21T07:45:26.052" v="157" actId="1076"/>
        <pc:sldMkLst>
          <pc:docMk/>
          <pc:sldMk cId="0" sldId="262"/>
        </pc:sldMkLst>
        <pc:spChg chg="mod">
          <ac:chgData name="Илья Толоконов" userId="5d8833687a0f43b3" providerId="LiveId" clId="{5569BF33-C92B-4D40-A52A-48CBEFD8D4CF}" dt="2026-03-21T07:45:26.052" v="157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1T07:45:16.559" v="155" actId="1036"/>
          <ac:spMkLst>
            <pc:docMk/>
            <pc:sldMk cId="0" sldId="262"/>
            <ac:spMk id="4" creationId="{00000000-0000-0000-0000-000000000000}"/>
          </ac:spMkLst>
        </pc:spChg>
        <pc:picChg chg="mod">
          <ac:chgData name="Илья Толоконов" userId="5d8833687a0f43b3" providerId="LiveId" clId="{5569BF33-C92B-4D40-A52A-48CBEFD8D4CF}" dt="2026-03-21T07:45:16.559" v="155" actId="1036"/>
          <ac:picMkLst>
            <pc:docMk/>
            <pc:sldMk cId="0" sldId="262"/>
            <ac:picMk id="3" creationId="{00000000-0000-0000-0000-000000000000}"/>
          </ac:picMkLst>
        </pc:picChg>
      </pc:sldChg>
      <pc:sldChg chg="modSp mod">
        <pc:chgData name="Илья Толоконов" userId="5d8833687a0f43b3" providerId="LiveId" clId="{5569BF33-C92B-4D40-A52A-48CBEFD8D4CF}" dt="2026-03-21T07:46:06.189" v="165" actId="692"/>
        <pc:sldMkLst>
          <pc:docMk/>
          <pc:sldMk cId="0" sldId="263"/>
        </pc:sldMkLst>
        <pc:spChg chg="mod">
          <ac:chgData name="Илья Толоконов" userId="5d8833687a0f43b3" providerId="LiveId" clId="{5569BF33-C92B-4D40-A52A-48CBEFD8D4CF}" dt="2026-03-21T07:46:01.849" v="164" actId="2711"/>
          <ac:spMkLst>
            <pc:docMk/>
            <pc:sldMk cId="0" sldId="263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1T07:45:56.872" v="163" actId="2711"/>
          <ac:spMkLst>
            <pc:docMk/>
            <pc:sldMk cId="0" sldId="263"/>
            <ac:spMk id="4" creationId="{00000000-0000-0000-0000-000000000000}"/>
          </ac:spMkLst>
        </pc:spChg>
        <pc:picChg chg="mod">
          <ac:chgData name="Илья Толоконов" userId="5d8833687a0f43b3" providerId="LiveId" clId="{5569BF33-C92B-4D40-A52A-48CBEFD8D4CF}" dt="2026-03-21T07:46:06.189" v="165" actId="692"/>
          <ac:picMkLst>
            <pc:docMk/>
            <pc:sldMk cId="0" sldId="263"/>
            <ac:picMk id="3" creationId="{00000000-0000-0000-0000-000000000000}"/>
          </ac:picMkLst>
        </pc:picChg>
      </pc:sldChg>
      <pc:sldChg chg="modSp mod">
        <pc:chgData name="Илья Толоконов" userId="5d8833687a0f43b3" providerId="LiveId" clId="{5569BF33-C92B-4D40-A52A-48CBEFD8D4CF}" dt="2026-03-21T08:20:52.533" v="247" actId="692"/>
        <pc:sldMkLst>
          <pc:docMk/>
          <pc:sldMk cId="0" sldId="271"/>
        </pc:sldMkLst>
        <pc:spChg chg="mod">
          <ac:chgData name="Илья Толоконов" userId="5d8833687a0f43b3" providerId="LiveId" clId="{5569BF33-C92B-4D40-A52A-48CBEFD8D4CF}" dt="2026-03-21T08:10:15.273" v="242" actId="113"/>
          <ac:spMkLst>
            <pc:docMk/>
            <pc:sldMk cId="0" sldId="271"/>
            <ac:spMk id="2" creationId="{00000000-0000-0000-0000-000000000000}"/>
          </ac:spMkLst>
        </pc:spChg>
        <pc:picChg chg="mod">
          <ac:chgData name="Илья Толоконов" userId="5d8833687a0f43b3" providerId="LiveId" clId="{5569BF33-C92B-4D40-A52A-48CBEFD8D4CF}" dt="2026-03-21T08:20:52.533" v="247" actId="692"/>
          <ac:picMkLst>
            <pc:docMk/>
            <pc:sldMk cId="0" sldId="271"/>
            <ac:picMk id="3" creationId="{00000000-0000-0000-0000-000000000000}"/>
          </ac:picMkLst>
        </pc:picChg>
      </pc:sldChg>
      <pc:sldChg chg="modSp mod">
        <pc:chgData name="Илья Толоконов" userId="5d8833687a0f43b3" providerId="LiveId" clId="{5569BF33-C92B-4D40-A52A-48CBEFD8D4CF}" dt="2026-03-21T08:21:32.263" v="252" actId="2085"/>
        <pc:sldMkLst>
          <pc:docMk/>
          <pc:sldMk cId="0" sldId="272"/>
        </pc:sldMkLst>
        <pc:spChg chg="mod">
          <ac:chgData name="Илья Толоконов" userId="5d8833687a0f43b3" providerId="LiveId" clId="{5569BF33-C92B-4D40-A52A-48CBEFD8D4CF}" dt="2026-03-21T08:09:36.269" v="233" actId="6559"/>
          <ac:spMkLst>
            <pc:docMk/>
            <pc:sldMk cId="0" sldId="272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1T08:09:40.861" v="234" actId="2711"/>
          <ac:spMkLst>
            <pc:docMk/>
            <pc:sldMk cId="0" sldId="272"/>
            <ac:spMk id="4" creationId="{00000000-0000-0000-0000-000000000000}"/>
          </ac:spMkLst>
        </pc:spChg>
        <pc:picChg chg="mod">
          <ac:chgData name="Илья Толоконов" userId="5d8833687a0f43b3" providerId="LiveId" clId="{5569BF33-C92B-4D40-A52A-48CBEFD8D4CF}" dt="2026-03-21T08:21:29.184" v="251" actId="692"/>
          <ac:picMkLst>
            <pc:docMk/>
            <pc:sldMk cId="0" sldId="272"/>
            <ac:picMk id="3" creationId="{00000000-0000-0000-0000-000000000000}"/>
          </ac:picMkLst>
        </pc:picChg>
        <pc:picChg chg="mod">
          <ac:chgData name="Илья Толоконов" userId="5d8833687a0f43b3" providerId="LiveId" clId="{5569BF33-C92B-4D40-A52A-48CBEFD8D4CF}" dt="2026-03-21T08:21:32.263" v="252" actId="2085"/>
          <ac:picMkLst>
            <pc:docMk/>
            <pc:sldMk cId="0" sldId="272"/>
            <ac:picMk id="5" creationId="{00000000-0000-0000-0000-000000000000}"/>
          </ac:picMkLst>
        </pc:picChg>
      </pc:sldChg>
      <pc:sldChg chg="modSp mod">
        <pc:chgData name="Илья Толоконов" userId="5d8833687a0f43b3" providerId="LiveId" clId="{5569BF33-C92B-4D40-A52A-48CBEFD8D4CF}" dt="2026-03-21T08:21:45.692" v="253" actId="1076"/>
        <pc:sldMkLst>
          <pc:docMk/>
          <pc:sldMk cId="0" sldId="273"/>
        </pc:sldMkLst>
        <pc:spChg chg="mod">
          <ac:chgData name="Илья Толоконов" userId="5d8833687a0f43b3" providerId="LiveId" clId="{5569BF33-C92B-4D40-A52A-48CBEFD8D4CF}" dt="2026-03-21T08:09:24.138" v="230" actId="113"/>
          <ac:spMkLst>
            <pc:docMk/>
            <pc:sldMk cId="0" sldId="273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1T08:21:45.692" v="253" actId="1076"/>
          <ac:spMkLst>
            <pc:docMk/>
            <pc:sldMk cId="0" sldId="273"/>
            <ac:spMk id="4" creationId="{F54DA456-A036-273A-BDAA-E822BB94A45B}"/>
          </ac:spMkLst>
        </pc:spChg>
      </pc:sldChg>
      <pc:sldChg chg="addSp delSp modSp mod">
        <pc:chgData name="Илья Толоконов" userId="5d8833687a0f43b3" providerId="LiveId" clId="{5569BF33-C92B-4D40-A52A-48CBEFD8D4CF}" dt="2026-03-21T08:08:54.009" v="222" actId="2711"/>
        <pc:sldMkLst>
          <pc:docMk/>
          <pc:sldMk cId="0" sldId="275"/>
        </pc:sldMkLst>
        <pc:spChg chg="mod">
          <ac:chgData name="Илья Толоконов" userId="5d8833687a0f43b3" providerId="LiveId" clId="{5569BF33-C92B-4D40-A52A-48CBEFD8D4CF}" dt="2026-03-21T08:08:50.243" v="221" actId="6559"/>
          <ac:spMkLst>
            <pc:docMk/>
            <pc:sldMk cId="0" sldId="275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1T08:08:54.009" v="222" actId="2711"/>
          <ac:spMkLst>
            <pc:docMk/>
            <pc:sldMk cId="0" sldId="275"/>
            <ac:spMk id="4" creationId="{00000000-0000-0000-0000-000000000000}"/>
          </ac:spMkLst>
        </pc:spChg>
        <pc:picChg chg="add mod">
          <ac:chgData name="Илья Толоконов" userId="5d8833687a0f43b3" providerId="LiveId" clId="{5569BF33-C92B-4D40-A52A-48CBEFD8D4CF}" dt="2026-03-21T08:05:59.146" v="191" actId="692"/>
          <ac:picMkLst>
            <pc:docMk/>
            <pc:sldMk cId="0" sldId="275"/>
            <ac:picMk id="5" creationId="{9057777A-1B0C-C92E-C9A5-25C7A4804EA4}"/>
          </ac:picMkLst>
        </pc:picChg>
        <pc:picChg chg="del">
          <ac:chgData name="Илья Толоконов" userId="5d8833687a0f43b3" providerId="LiveId" clId="{5569BF33-C92B-4D40-A52A-48CBEFD8D4CF}" dt="2026-03-21T08:05:50.990" v="189" actId="478"/>
          <ac:picMkLst>
            <pc:docMk/>
            <pc:sldMk cId="0" sldId="275"/>
            <ac:picMk id="6" creationId="{33632081-9598-5E3C-28A2-5ABE074C1147}"/>
          </ac:picMkLst>
        </pc:picChg>
      </pc:sldChg>
      <pc:sldChg chg="modSp mod">
        <pc:chgData name="Илья Толоконов" userId="5d8833687a0f43b3" providerId="LiveId" clId="{5569BF33-C92B-4D40-A52A-48CBEFD8D4CF}" dt="2026-03-21T08:20:10.541" v="246" actId="692"/>
        <pc:sldMkLst>
          <pc:docMk/>
          <pc:sldMk cId="0" sldId="276"/>
        </pc:sldMkLst>
        <pc:spChg chg="mod">
          <ac:chgData name="Илья Толоконов" userId="5d8833687a0f43b3" providerId="LiveId" clId="{5569BF33-C92B-4D40-A52A-48CBEFD8D4CF}" dt="2026-03-21T08:09:09.837" v="226" actId="113"/>
          <ac:spMkLst>
            <pc:docMk/>
            <pc:sldMk cId="0" sldId="276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1T08:09:00.293" v="223" actId="2711"/>
          <ac:spMkLst>
            <pc:docMk/>
            <pc:sldMk cId="0" sldId="276"/>
            <ac:spMk id="3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1T08:19:50.314" v="243" actId="2711"/>
          <ac:spMkLst>
            <pc:docMk/>
            <pc:sldMk cId="0" sldId="276"/>
            <ac:spMk id="5" creationId="{D0C317F8-4085-5D40-D9C6-B4BBEE79D3D2}"/>
          </ac:spMkLst>
        </pc:spChg>
        <pc:spChg chg="mod">
          <ac:chgData name="Илья Толоконов" userId="5d8833687a0f43b3" providerId="LiveId" clId="{5569BF33-C92B-4D40-A52A-48CBEFD8D4CF}" dt="2026-03-21T08:19:57.612" v="244" actId="2711"/>
          <ac:spMkLst>
            <pc:docMk/>
            <pc:sldMk cId="0" sldId="276"/>
            <ac:spMk id="6" creationId="{A4242222-2E7F-1EA2-1CFC-3A1BAA937BB4}"/>
          </ac:spMkLst>
        </pc:spChg>
        <pc:spChg chg="mod">
          <ac:chgData name="Илья Толоконов" userId="5d8833687a0f43b3" providerId="LiveId" clId="{5569BF33-C92B-4D40-A52A-48CBEFD8D4CF}" dt="2026-03-21T08:20:04.374" v="245" actId="2711"/>
          <ac:spMkLst>
            <pc:docMk/>
            <pc:sldMk cId="0" sldId="276"/>
            <ac:spMk id="8" creationId="{05090645-FCDD-3EF3-8004-3B9BEF24057C}"/>
          </ac:spMkLst>
        </pc:spChg>
        <pc:picChg chg="mod">
          <ac:chgData name="Илья Толоконов" userId="5d8833687a0f43b3" providerId="LiveId" clId="{5569BF33-C92B-4D40-A52A-48CBEFD8D4CF}" dt="2026-03-21T08:20:10.541" v="246" actId="692"/>
          <ac:picMkLst>
            <pc:docMk/>
            <pc:sldMk cId="0" sldId="276"/>
            <ac:picMk id="4" creationId="{00000000-0000-0000-0000-000000000000}"/>
          </ac:picMkLst>
        </pc:picChg>
      </pc:sldChg>
      <pc:sldChg chg="modSp mod">
        <pc:chgData name="Илья Толоконов" userId="5d8833687a0f43b3" providerId="LiveId" clId="{5569BF33-C92B-4D40-A52A-48CBEFD8D4CF}" dt="2026-03-21T08:07:48.173" v="209" actId="6559"/>
        <pc:sldMkLst>
          <pc:docMk/>
          <pc:sldMk cId="0" sldId="278"/>
        </pc:sldMkLst>
        <pc:spChg chg="mod">
          <ac:chgData name="Илья Толоконов" userId="5d8833687a0f43b3" providerId="LiveId" clId="{5569BF33-C92B-4D40-A52A-48CBEFD8D4CF}" dt="2026-03-21T08:07:48.173" v="209" actId="6559"/>
          <ac:spMkLst>
            <pc:docMk/>
            <pc:sldMk cId="0" sldId="278"/>
            <ac:spMk id="2" creationId="{00000000-0000-0000-0000-000000000000}"/>
          </ac:spMkLst>
        </pc:spChg>
        <pc:picChg chg="mod">
          <ac:chgData name="Илья Толоконов" userId="5d8833687a0f43b3" providerId="LiveId" clId="{5569BF33-C92B-4D40-A52A-48CBEFD8D4CF}" dt="2026-03-21T07:55:45.011" v="186" actId="692"/>
          <ac:picMkLst>
            <pc:docMk/>
            <pc:sldMk cId="0" sldId="278"/>
            <ac:picMk id="3" creationId="{00000000-0000-0000-0000-000000000000}"/>
          </ac:picMkLst>
        </pc:picChg>
      </pc:sldChg>
      <pc:sldChg chg="modSp mod">
        <pc:chgData name="Илья Толоконов" userId="5d8833687a0f43b3" providerId="LiveId" clId="{5569BF33-C92B-4D40-A52A-48CBEFD8D4CF}" dt="2026-03-21T08:07:35.429" v="206" actId="6559"/>
        <pc:sldMkLst>
          <pc:docMk/>
          <pc:sldMk cId="0" sldId="279"/>
        </pc:sldMkLst>
        <pc:spChg chg="mod">
          <ac:chgData name="Илья Толоконов" userId="5d8833687a0f43b3" providerId="LiveId" clId="{5569BF33-C92B-4D40-A52A-48CBEFD8D4CF}" dt="2026-03-21T08:07:35.429" v="206" actId="6559"/>
          <ac:spMkLst>
            <pc:docMk/>
            <pc:sldMk cId="0" sldId="279"/>
            <ac:spMk id="2" creationId="{00000000-0000-0000-0000-000000000000}"/>
          </ac:spMkLst>
        </pc:spChg>
        <pc:picChg chg="mod">
          <ac:chgData name="Илья Толоконов" userId="5d8833687a0f43b3" providerId="LiveId" clId="{5569BF33-C92B-4D40-A52A-48CBEFD8D4CF}" dt="2026-03-21T07:55:25.911" v="183" actId="692"/>
          <ac:picMkLst>
            <pc:docMk/>
            <pc:sldMk cId="0" sldId="279"/>
            <ac:picMk id="3" creationId="{00000000-0000-0000-0000-000000000000}"/>
          </ac:picMkLst>
        </pc:picChg>
      </pc:sldChg>
      <pc:sldChg chg="modSp mod">
        <pc:chgData name="Илья Толоконов" userId="5d8833687a0f43b3" providerId="LiveId" clId="{5569BF33-C92B-4D40-A52A-48CBEFD8D4CF}" dt="2026-03-21T08:06:54.549" v="200" actId="113"/>
        <pc:sldMkLst>
          <pc:docMk/>
          <pc:sldMk cId="0" sldId="280"/>
        </pc:sldMkLst>
        <pc:spChg chg="mod">
          <ac:chgData name="Илья Толоконов" userId="5d8833687a0f43b3" providerId="LiveId" clId="{5569BF33-C92B-4D40-A52A-48CBEFD8D4CF}" dt="2026-03-21T08:06:54.549" v="200" actId="113"/>
          <ac:spMkLst>
            <pc:docMk/>
            <pc:sldMk cId="0" sldId="280"/>
            <ac:spMk id="2" creationId="{00000000-0000-0000-0000-000000000000}"/>
          </ac:spMkLst>
        </pc:spChg>
        <pc:picChg chg="mod">
          <ac:chgData name="Илья Толоконов" userId="5d8833687a0f43b3" providerId="LiveId" clId="{5569BF33-C92B-4D40-A52A-48CBEFD8D4CF}" dt="2026-03-21T07:55:10.070" v="182" actId="692"/>
          <ac:picMkLst>
            <pc:docMk/>
            <pc:sldMk cId="0" sldId="280"/>
            <ac:picMk id="3" creationId="{00000000-0000-0000-0000-000000000000}"/>
          </ac:picMkLst>
        </pc:picChg>
      </pc:sldChg>
      <pc:sldChg chg="modSp mod">
        <pc:chgData name="Илья Толоконов" userId="5d8833687a0f43b3" providerId="LiveId" clId="{5569BF33-C92B-4D40-A52A-48CBEFD8D4CF}" dt="2026-03-21T08:06:43.112" v="197" actId="113"/>
        <pc:sldMkLst>
          <pc:docMk/>
          <pc:sldMk cId="0" sldId="282"/>
        </pc:sldMkLst>
        <pc:spChg chg="mod">
          <ac:chgData name="Илья Толоконов" userId="5d8833687a0f43b3" providerId="LiveId" clId="{5569BF33-C92B-4D40-A52A-48CBEFD8D4CF}" dt="2026-03-21T08:06:43.112" v="197" actId="113"/>
          <ac:spMkLst>
            <pc:docMk/>
            <pc:sldMk cId="0" sldId="282"/>
            <ac:spMk id="2" creationId="{00000000-0000-0000-0000-000000000000}"/>
          </ac:spMkLst>
        </pc:spChg>
        <pc:spChg chg="mod">
          <ac:chgData name="Илья Толоконов" userId="5d8833687a0f43b3" providerId="LiveId" clId="{5569BF33-C92B-4D40-A52A-48CBEFD8D4CF}" dt="2026-03-21T08:06:34.843" v="194" actId="20577"/>
          <ac:spMkLst>
            <pc:docMk/>
            <pc:sldMk cId="0" sldId="282"/>
            <ac:spMk id="3" creationId="{00000000-0000-0000-0000-000000000000}"/>
          </ac:spMkLst>
        </pc:spChg>
      </pc:sldChg>
      <pc:sldChg chg="addSp delSp del mod">
        <pc:chgData name="Илья Толоконов" userId="5d8833687a0f43b3" providerId="LiveId" clId="{5569BF33-C92B-4D40-A52A-48CBEFD8D4CF}" dt="2026-03-21T07:50:15.891" v="180" actId="2696"/>
        <pc:sldMkLst>
          <pc:docMk/>
          <pc:sldMk cId="0" sldId="285"/>
        </pc:sldMkLst>
        <pc:spChg chg="add del">
          <ac:chgData name="Илья Толоконов" userId="5d8833687a0f43b3" providerId="LiveId" clId="{5569BF33-C92B-4D40-A52A-48CBEFD8D4CF}" dt="2026-03-21T07:49:50.303" v="178" actId="22"/>
          <ac:spMkLst>
            <pc:docMk/>
            <pc:sldMk cId="0" sldId="285"/>
            <ac:spMk id="4" creationId="{5A6F5CA0-1CFC-5C56-9FEF-C953D2D57D74}"/>
          </ac:spMkLst>
        </pc:spChg>
      </pc:sldChg>
      <pc:sldChg chg="modSp mod">
        <pc:chgData name="Илья Толоконов" userId="5d8833687a0f43b3" providerId="LiveId" clId="{5569BF33-C92B-4D40-A52A-48CBEFD8D4CF}" dt="2026-03-21T07:46:46.254" v="166" actId="692"/>
        <pc:sldMkLst>
          <pc:docMk/>
          <pc:sldMk cId="452201823" sldId="286"/>
        </pc:sldMkLst>
        <pc:picChg chg="mod">
          <ac:chgData name="Илья Толоконов" userId="5d8833687a0f43b3" providerId="LiveId" clId="{5569BF33-C92B-4D40-A52A-48CBEFD8D4CF}" dt="2026-03-21T07:46:46.254" v="166" actId="692"/>
          <ac:picMkLst>
            <pc:docMk/>
            <pc:sldMk cId="452201823" sldId="286"/>
            <ac:picMk id="7" creationId="{FF5D5FA9-473E-B55B-A3CE-1527C78C9128}"/>
          </ac:picMkLst>
        </pc:picChg>
      </pc:sldChg>
      <pc:sldChg chg="modSp mod">
        <pc:chgData name="Илья Толоконов" userId="5d8833687a0f43b3" providerId="LiveId" clId="{5569BF33-C92B-4D40-A52A-48CBEFD8D4CF}" dt="2026-03-21T07:47:43.396" v="168" actId="2711"/>
        <pc:sldMkLst>
          <pc:docMk/>
          <pc:sldMk cId="2160415196" sldId="287"/>
        </pc:sldMkLst>
        <pc:spChg chg="mod">
          <ac:chgData name="Илья Толоконов" userId="5d8833687a0f43b3" providerId="LiveId" clId="{5569BF33-C92B-4D40-A52A-48CBEFD8D4CF}" dt="2026-03-21T07:47:43.396" v="168" actId="2711"/>
          <ac:spMkLst>
            <pc:docMk/>
            <pc:sldMk cId="2160415196" sldId="287"/>
            <ac:spMk id="4" creationId="{C33576B7-9F8A-511E-92D0-D287607594C4}"/>
          </ac:spMkLst>
        </pc:spChg>
        <pc:spChg chg="mod">
          <ac:chgData name="Илья Толоконов" userId="5d8833687a0f43b3" providerId="LiveId" clId="{5569BF33-C92B-4D40-A52A-48CBEFD8D4CF}" dt="2026-03-21T07:47:37.111" v="167" actId="2711"/>
          <ac:spMkLst>
            <pc:docMk/>
            <pc:sldMk cId="2160415196" sldId="287"/>
            <ac:spMk id="5" creationId="{006585AF-4DB0-D4D6-320D-6A597F8621F2}"/>
          </ac:spMkLst>
        </pc:spChg>
      </pc:sldChg>
      <pc:sldChg chg="modSp mod">
        <pc:chgData name="Илья Толоконов" userId="5d8833687a0f43b3" providerId="LiveId" clId="{5569BF33-C92B-4D40-A52A-48CBEFD8D4CF}" dt="2026-03-21T07:48:26.662" v="170" actId="2711"/>
        <pc:sldMkLst>
          <pc:docMk/>
          <pc:sldMk cId="3531915335" sldId="288"/>
        </pc:sldMkLst>
        <pc:spChg chg="mod">
          <ac:chgData name="Илья Толоконов" userId="5d8833687a0f43b3" providerId="LiveId" clId="{5569BF33-C92B-4D40-A52A-48CBEFD8D4CF}" dt="2026-03-21T07:48:26.662" v="170" actId="2711"/>
          <ac:spMkLst>
            <pc:docMk/>
            <pc:sldMk cId="3531915335" sldId="288"/>
            <ac:spMk id="4" creationId="{5CB75736-F628-C2A2-E8E2-075885B30132}"/>
          </ac:spMkLst>
        </pc:spChg>
        <pc:spChg chg="mod">
          <ac:chgData name="Илья Толоконов" userId="5d8833687a0f43b3" providerId="LiveId" clId="{5569BF33-C92B-4D40-A52A-48CBEFD8D4CF}" dt="2026-03-21T07:48:20.860" v="169" actId="2711"/>
          <ac:spMkLst>
            <pc:docMk/>
            <pc:sldMk cId="3531915335" sldId="288"/>
            <ac:spMk id="5" creationId="{89E409E1-25EC-A0C6-0C4E-128D7A38F713}"/>
          </ac:spMkLst>
        </pc:spChg>
      </pc:sldChg>
      <pc:sldChg chg="modSp mod">
        <pc:chgData name="Илья Толоконов" userId="5d8833687a0f43b3" providerId="LiveId" clId="{5569BF33-C92B-4D40-A52A-48CBEFD8D4CF}" dt="2026-03-21T07:48:40.273" v="172" actId="2711"/>
        <pc:sldMkLst>
          <pc:docMk/>
          <pc:sldMk cId="3487989801" sldId="289"/>
        </pc:sldMkLst>
        <pc:spChg chg="mod">
          <ac:chgData name="Илья Толоконов" userId="5d8833687a0f43b3" providerId="LiveId" clId="{5569BF33-C92B-4D40-A52A-48CBEFD8D4CF}" dt="2026-03-21T07:48:35.579" v="171" actId="2711"/>
          <ac:spMkLst>
            <pc:docMk/>
            <pc:sldMk cId="3487989801" sldId="289"/>
            <ac:spMk id="4" creationId="{8F7DF184-B088-1F8D-0F3A-D010523A1BFC}"/>
          </ac:spMkLst>
        </pc:spChg>
        <pc:spChg chg="mod">
          <ac:chgData name="Илья Толоконов" userId="5d8833687a0f43b3" providerId="LiveId" clId="{5569BF33-C92B-4D40-A52A-48CBEFD8D4CF}" dt="2026-03-21T07:48:40.273" v="172" actId="2711"/>
          <ac:spMkLst>
            <pc:docMk/>
            <pc:sldMk cId="3487989801" sldId="289"/>
            <ac:spMk id="5" creationId="{3BFA022A-D136-B4B8-57C6-F07E2E83B793}"/>
          </ac:spMkLst>
        </pc:spChg>
      </pc:sldChg>
      <pc:sldChg chg="modSp mod">
        <pc:chgData name="Илья Толоконов" userId="5d8833687a0f43b3" providerId="LiveId" clId="{5569BF33-C92B-4D40-A52A-48CBEFD8D4CF}" dt="2026-03-21T07:48:54.643" v="174" actId="2711"/>
        <pc:sldMkLst>
          <pc:docMk/>
          <pc:sldMk cId="747272534" sldId="290"/>
        </pc:sldMkLst>
        <pc:spChg chg="mod">
          <ac:chgData name="Илья Толоконов" userId="5d8833687a0f43b3" providerId="LiveId" clId="{5569BF33-C92B-4D40-A52A-48CBEFD8D4CF}" dt="2026-03-21T07:48:54.643" v="174" actId="2711"/>
          <ac:spMkLst>
            <pc:docMk/>
            <pc:sldMk cId="747272534" sldId="290"/>
            <ac:spMk id="4" creationId="{AAD65749-A5B4-E058-5E28-60D62F4EB795}"/>
          </ac:spMkLst>
        </pc:spChg>
        <pc:spChg chg="mod">
          <ac:chgData name="Илья Толоконов" userId="5d8833687a0f43b3" providerId="LiveId" clId="{5569BF33-C92B-4D40-A52A-48CBEFD8D4CF}" dt="2026-03-21T07:48:49.485" v="173" actId="2711"/>
          <ac:spMkLst>
            <pc:docMk/>
            <pc:sldMk cId="747272534" sldId="290"/>
            <ac:spMk id="5" creationId="{DA772669-3B36-3F8E-DAF6-F3AE76108391}"/>
          </ac:spMkLst>
        </pc:spChg>
      </pc:sldChg>
      <pc:sldChg chg="modSp mod">
        <pc:chgData name="Илья Толоконов" userId="5d8833687a0f43b3" providerId="LiveId" clId="{5569BF33-C92B-4D40-A52A-48CBEFD8D4CF}" dt="2026-03-21T07:49:08.009" v="176" actId="2711"/>
        <pc:sldMkLst>
          <pc:docMk/>
          <pc:sldMk cId="2878851844" sldId="291"/>
        </pc:sldMkLst>
        <pc:spChg chg="mod">
          <ac:chgData name="Илья Толоконов" userId="5d8833687a0f43b3" providerId="LiveId" clId="{5569BF33-C92B-4D40-A52A-48CBEFD8D4CF}" dt="2026-03-21T07:49:08.009" v="176" actId="2711"/>
          <ac:spMkLst>
            <pc:docMk/>
            <pc:sldMk cId="2878851844" sldId="291"/>
            <ac:spMk id="4" creationId="{5A4C57FA-07ED-D9FE-9028-7DBB813906A1}"/>
          </ac:spMkLst>
        </pc:spChg>
        <pc:spChg chg="mod">
          <ac:chgData name="Илья Толоконов" userId="5d8833687a0f43b3" providerId="LiveId" clId="{5569BF33-C92B-4D40-A52A-48CBEFD8D4CF}" dt="2026-03-21T07:49:02.312" v="175" actId="2711"/>
          <ac:spMkLst>
            <pc:docMk/>
            <pc:sldMk cId="2878851844" sldId="291"/>
            <ac:spMk id="5" creationId="{F060202B-1110-4D44-DD6E-B14BB712C2FD}"/>
          </ac:spMkLst>
        </pc:spChg>
      </pc:sldChg>
      <pc:sldChg chg="modSp mod">
        <pc:chgData name="Илья Толоконов" userId="5d8833687a0f43b3" providerId="LiveId" clId="{5569BF33-C92B-4D40-A52A-48CBEFD8D4CF}" dt="2026-03-21T08:22:27.424" v="256" actId="1076"/>
        <pc:sldMkLst>
          <pc:docMk/>
          <pc:sldMk cId="3050766142" sldId="292"/>
        </pc:sldMkLst>
        <pc:spChg chg="mod">
          <ac:chgData name="Илья Толоконов" userId="5d8833687a0f43b3" providerId="LiveId" clId="{5569BF33-C92B-4D40-A52A-48CBEFD8D4CF}" dt="2026-03-21T08:07:58.529" v="211" actId="113"/>
          <ac:spMkLst>
            <pc:docMk/>
            <pc:sldMk cId="3050766142" sldId="292"/>
            <ac:spMk id="2" creationId="{A1F9DA74-CF4D-AFEF-11D1-1CC3EEB0806C}"/>
          </ac:spMkLst>
        </pc:spChg>
        <pc:spChg chg="mod">
          <ac:chgData name="Илья Толоконов" userId="5d8833687a0f43b3" providerId="LiveId" clId="{5569BF33-C92B-4D40-A52A-48CBEFD8D4CF}" dt="2026-03-21T08:08:04.271" v="212" actId="2711"/>
          <ac:spMkLst>
            <pc:docMk/>
            <pc:sldMk cId="3050766142" sldId="292"/>
            <ac:spMk id="6" creationId="{E1AD330E-4F4C-B3A2-A0C5-031C8AABDBE1}"/>
          </ac:spMkLst>
        </pc:spChg>
        <pc:spChg chg="mod">
          <ac:chgData name="Илья Толоконов" userId="5d8833687a0f43b3" providerId="LiveId" clId="{5569BF33-C92B-4D40-A52A-48CBEFD8D4CF}" dt="2026-03-21T08:08:18.865" v="215" actId="2711"/>
          <ac:spMkLst>
            <pc:docMk/>
            <pc:sldMk cId="3050766142" sldId="292"/>
            <ac:spMk id="7" creationId="{D971DE37-F8D6-B1DE-5DC2-EA2FC7608CF0}"/>
          </ac:spMkLst>
        </pc:spChg>
        <pc:spChg chg="mod">
          <ac:chgData name="Илья Толоконов" userId="5d8833687a0f43b3" providerId="LiveId" clId="{5569BF33-C92B-4D40-A52A-48CBEFD8D4CF}" dt="2026-03-21T08:22:27.424" v="256" actId="1076"/>
          <ac:spMkLst>
            <pc:docMk/>
            <pc:sldMk cId="3050766142" sldId="292"/>
            <ac:spMk id="10" creationId="{D066B56F-0B80-9DD0-90CB-9344C4AFDEB9}"/>
          </ac:spMkLst>
        </pc:spChg>
        <pc:spChg chg="mod">
          <ac:chgData name="Илья Толоконов" userId="5d8833687a0f43b3" providerId="LiveId" clId="{5569BF33-C92B-4D40-A52A-48CBEFD8D4CF}" dt="2026-03-21T08:22:17.033" v="255" actId="1076"/>
          <ac:spMkLst>
            <pc:docMk/>
            <pc:sldMk cId="3050766142" sldId="292"/>
            <ac:spMk id="11" creationId="{B7CDD7AB-9C6A-B0F4-E6A5-5DD40B1CA99E}"/>
          </ac:spMkLst>
        </pc:spChg>
      </pc:sldChg>
      <pc:sldChg chg="modSp mod">
        <pc:chgData name="Илья Толоконов" userId="5d8833687a0f43b3" providerId="LiveId" clId="{5569BF33-C92B-4D40-A52A-48CBEFD8D4CF}" dt="2026-03-21T08:21:18.753" v="249" actId="1076"/>
        <pc:sldMkLst>
          <pc:docMk/>
          <pc:sldMk cId="2371629251" sldId="293"/>
        </pc:sldMkLst>
        <pc:spChg chg="mod">
          <ac:chgData name="Илья Толоконов" userId="5d8833687a0f43b3" providerId="LiveId" clId="{5569BF33-C92B-4D40-A52A-48CBEFD8D4CF}" dt="2026-03-21T08:10:03.939" v="239" actId="6559"/>
          <ac:spMkLst>
            <pc:docMk/>
            <pc:sldMk cId="2371629251" sldId="293"/>
            <ac:spMk id="2" creationId="{F76F0C24-3ED9-1AA0-29D7-AFC23D756FD8}"/>
          </ac:spMkLst>
        </pc:spChg>
        <pc:spChg chg="mod">
          <ac:chgData name="Илья Толоконов" userId="5d8833687a0f43b3" providerId="LiveId" clId="{5569BF33-C92B-4D40-A52A-48CBEFD8D4CF}" dt="2026-03-21T08:21:18.753" v="249" actId="1076"/>
          <ac:spMkLst>
            <pc:docMk/>
            <pc:sldMk cId="2371629251" sldId="293"/>
            <ac:spMk id="6" creationId="{DE90364F-23BA-91F1-C555-7DF355F3D8CC}"/>
          </ac:spMkLst>
        </pc:spChg>
      </pc:sldChg>
      <pc:sldChg chg="modSp mod">
        <pc:chgData name="Илья Толоконов" userId="5d8833687a0f43b3" providerId="LiveId" clId="{5569BF33-C92B-4D40-A52A-48CBEFD8D4CF}" dt="2026-03-21T08:08:36.604" v="218" actId="6559"/>
        <pc:sldMkLst>
          <pc:docMk/>
          <pc:sldMk cId="2850973893" sldId="294"/>
        </pc:sldMkLst>
        <pc:spChg chg="mod">
          <ac:chgData name="Илья Толоконов" userId="5d8833687a0f43b3" providerId="LiveId" clId="{5569BF33-C92B-4D40-A52A-48CBEFD8D4CF}" dt="2026-03-21T08:08:36.604" v="218" actId="6559"/>
          <ac:spMkLst>
            <pc:docMk/>
            <pc:sldMk cId="2850973893" sldId="294"/>
            <ac:spMk id="2" creationId="{DCE937A8-4347-AFAE-BD2F-A3434F208D0F}"/>
          </ac:spMkLst>
        </pc:spChg>
        <pc:picChg chg="mod">
          <ac:chgData name="Илья Толоконов" userId="5d8833687a0f43b3" providerId="LiveId" clId="{5569BF33-C92B-4D40-A52A-48CBEFD8D4CF}" dt="2026-03-21T07:53:55.799" v="181" actId="692"/>
          <ac:picMkLst>
            <pc:docMk/>
            <pc:sldMk cId="2850973893" sldId="294"/>
            <ac:picMk id="4" creationId="{7DF9AFCD-1122-F33D-DC61-3417D9DF74BC}"/>
          </ac:picMkLst>
        </pc:picChg>
      </pc:sldChg>
      <pc:sldChg chg="modSp add mod">
        <pc:chgData name="Илья Толоконов" userId="5d8833687a0f43b3" providerId="LiveId" clId="{5569BF33-C92B-4D40-A52A-48CBEFD8D4CF}" dt="2026-03-21T07:31:44.930" v="3" actId="113"/>
        <pc:sldMkLst>
          <pc:docMk/>
          <pc:sldMk cId="0" sldId="295"/>
        </pc:sldMkLst>
        <pc:spChg chg="mod">
          <ac:chgData name="Илья Толоконов" userId="5d8833687a0f43b3" providerId="LiveId" clId="{5569BF33-C92B-4D40-A52A-48CBEFD8D4CF}" dt="2026-03-21T07:31:44.930" v="3" actId="113"/>
          <ac:spMkLst>
            <pc:docMk/>
            <pc:sldMk cId="0" sldId="295"/>
            <ac:spMk id="3" creationId="{00000000-0000-0000-0000-000000000000}"/>
          </ac:spMkLst>
        </pc:spChg>
      </pc:sldChg>
      <pc:sldChg chg="add">
        <pc:chgData name="Илья Толоконов" userId="5d8833687a0f43b3" providerId="LiveId" clId="{5569BF33-C92B-4D40-A52A-48CBEFD8D4CF}" dt="2026-03-21T07:50:12.791" v="179"/>
        <pc:sldMkLst>
          <pc:docMk/>
          <pc:sldMk cId="0" sldId="304"/>
        </pc:sldMkLst>
      </pc:sldChg>
      <pc:sldChg chg="modSp add mod ord">
        <pc:chgData name="Илья Толоконов" userId="5d8833687a0f43b3" providerId="LiveId" clId="{5569BF33-C92B-4D40-A52A-48CBEFD8D4CF}" dt="2026-03-21T07:34:46.993" v="78" actId="20577"/>
        <pc:sldMkLst>
          <pc:docMk/>
          <pc:sldMk cId="1971756677" sldId="305"/>
        </pc:sldMkLst>
        <pc:spChg chg="mod">
          <ac:chgData name="Илья Толоконов" userId="5d8833687a0f43b3" providerId="LiveId" clId="{5569BF33-C92B-4D40-A52A-48CBEFD8D4CF}" dt="2026-03-21T07:34:46.993" v="78" actId="20577"/>
          <ac:spMkLst>
            <pc:docMk/>
            <pc:sldMk cId="1971756677" sldId="305"/>
            <ac:spMk id="9" creationId="{542298C8-1CAF-B4F2-522B-185172C3F892}"/>
          </ac:spMkLst>
        </pc:spChg>
      </pc:sldChg>
      <pc:sldChg chg="modSp add mod">
        <pc:chgData name="Илья Толоконов" userId="5d8833687a0f43b3" providerId="LiveId" clId="{5569BF33-C92B-4D40-A52A-48CBEFD8D4CF}" dt="2026-03-21T07:35:39.747" v="81" actId="207"/>
        <pc:sldMkLst>
          <pc:docMk/>
          <pc:sldMk cId="0" sldId="306"/>
        </pc:sldMkLst>
        <pc:spChg chg="mod">
          <ac:chgData name="Илья Толоконов" userId="5d8833687a0f43b3" providerId="LiveId" clId="{5569BF33-C92B-4D40-A52A-48CBEFD8D4CF}" dt="2026-03-21T07:35:39.747" v="81" actId="207"/>
          <ac:spMkLst>
            <pc:docMk/>
            <pc:sldMk cId="0" sldId="306"/>
            <ac:spMk id="6" creationId="{A4439FEF-4CE2-9203-F1E2-5E83219194A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D1FBA6-0FE9-425B-8EC1-DE40B48F61D0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B8C87-C8AF-4AB0-A04C-9FE75AAB3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37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C44EA-E4C5-496B-B7C9-3B4932B4D63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76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61725" y="845493"/>
            <a:ext cx="1980649" cy="1081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17561" y="845493"/>
            <a:ext cx="15268976" cy="1081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3161" y="2256702"/>
            <a:ext cx="18351457" cy="78052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AE88F1A-DCE4-9700-AD8B-770421E3E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7907"/>
            <a:ext cx="20104100" cy="11324167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DCDEAF4-F473-840F-2378-50C0B114FD40}"/>
              </a:ext>
            </a:extLst>
          </p:cNvPr>
          <p:cNvSpPr/>
          <p:nvPr/>
        </p:nvSpPr>
        <p:spPr>
          <a:xfrm>
            <a:off x="1" y="15875"/>
            <a:ext cx="20104099" cy="11324166"/>
          </a:xfrm>
          <a:prstGeom prst="rect">
            <a:avLst/>
          </a:prstGeom>
          <a:solidFill>
            <a:schemeClr val="tx1">
              <a:lumMod val="75000"/>
              <a:lumOff val="25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B2E76CA-9AD5-BD9B-37A1-3382D030BBE0}"/>
              </a:ext>
            </a:extLst>
          </p:cNvPr>
          <p:cNvSpPr txBox="1">
            <a:spLocks/>
          </p:cNvSpPr>
          <p:nvPr/>
        </p:nvSpPr>
        <p:spPr>
          <a:xfrm>
            <a:off x="374650" y="473075"/>
            <a:ext cx="12192000" cy="24750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8000" spc="-125" dirty="0">
                <a:solidFill>
                  <a:schemeClr val="bg1"/>
                </a:solidFill>
                <a:latin typeface="+mj-lt"/>
              </a:rPr>
              <a:t>Распределенные системы для обработки данных</a:t>
            </a:r>
            <a:endParaRPr lang="ru-RU" sz="7200" spc="-65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542298C8-1CAF-B4F2-522B-185172C3F892}"/>
              </a:ext>
            </a:extLst>
          </p:cNvPr>
          <p:cNvSpPr txBox="1">
            <a:spLocks/>
          </p:cNvSpPr>
          <p:nvPr/>
        </p:nvSpPr>
        <p:spPr>
          <a:xfrm>
            <a:off x="374650" y="8594636"/>
            <a:ext cx="12192000" cy="2241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7200" spc="-125" dirty="0">
                <a:solidFill>
                  <a:schemeClr val="bg1"/>
                </a:solidFill>
                <a:latin typeface="+mj-lt"/>
              </a:rPr>
              <a:t>Лекция №</a:t>
            </a:r>
            <a:r>
              <a:rPr lang="en-US" sz="7200" spc="-125" dirty="0">
                <a:solidFill>
                  <a:schemeClr val="bg1"/>
                </a:solidFill>
                <a:latin typeface="+mj-lt"/>
              </a:rPr>
              <a:t>2</a:t>
            </a:r>
            <a:endParaRPr lang="ru-RU" sz="7200" spc="-125" dirty="0">
              <a:solidFill>
                <a:schemeClr val="bg1"/>
              </a:solidFill>
              <a:latin typeface="+mj-lt"/>
            </a:endParaRPr>
          </a:p>
          <a:p>
            <a:pPr marL="12700">
              <a:spcBef>
                <a:spcPts val="100"/>
              </a:spcBef>
            </a:pPr>
            <a:r>
              <a:rPr lang="ru-RU" sz="7200" spc="-125" dirty="0">
                <a:solidFill>
                  <a:schemeClr val="bg1"/>
                </a:solidFill>
                <a:latin typeface="+mj-lt"/>
              </a:rPr>
              <a:t>Среда </a:t>
            </a:r>
            <a:r>
              <a:rPr lang="en-US" sz="7200" spc="-125" dirty="0">
                <a:solidFill>
                  <a:schemeClr val="bg1"/>
                </a:solidFill>
                <a:latin typeface="+mj-lt"/>
              </a:rPr>
              <a:t>Spark. Spark RDD</a:t>
            </a:r>
            <a:endParaRPr lang="ru-RU" sz="7200" spc="-65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71756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0450" y="2835275"/>
            <a:ext cx="16413480" cy="678839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800100" indent="-787400">
              <a:lnSpc>
                <a:spcPct val="100000"/>
              </a:lnSpc>
              <a:spcBef>
                <a:spcPts val="114"/>
              </a:spcBef>
              <a:buFont typeface="Arial"/>
              <a:buAutoNum type="arabicPeriod"/>
              <a:tabLst>
                <a:tab pos="800100" algn="l"/>
              </a:tabLst>
            </a:pPr>
            <a:r>
              <a:rPr sz="3900" dirty="0">
                <a:latin typeface="+mn-lt"/>
                <a:cs typeface="Times New Roman"/>
              </a:rPr>
              <a:t>Введение</a:t>
            </a:r>
            <a:r>
              <a:rPr sz="3900" spc="-114" dirty="0">
                <a:latin typeface="+mn-lt"/>
                <a:cs typeface="Times New Roman"/>
              </a:rPr>
              <a:t> </a:t>
            </a:r>
            <a:r>
              <a:rPr sz="3900" dirty="0">
                <a:latin typeface="+mn-lt"/>
                <a:cs typeface="Times New Roman"/>
              </a:rPr>
              <a:t>в</a:t>
            </a:r>
            <a:r>
              <a:rPr sz="3900" spc="-110" dirty="0">
                <a:latin typeface="+mn-lt"/>
                <a:cs typeface="Times New Roman"/>
              </a:rPr>
              <a:t> </a:t>
            </a:r>
            <a:r>
              <a:rPr sz="3900" dirty="0">
                <a:latin typeface="+mn-lt"/>
                <a:cs typeface="Arial"/>
              </a:rPr>
              <a:t>Big</a:t>
            </a:r>
            <a:r>
              <a:rPr sz="3900" spc="-215" dirty="0">
                <a:latin typeface="+mn-lt"/>
                <a:cs typeface="Arial"/>
              </a:rPr>
              <a:t> </a:t>
            </a:r>
            <a:r>
              <a:rPr sz="3900" spc="110" dirty="0">
                <a:latin typeface="+mn-lt"/>
                <a:cs typeface="Arial"/>
              </a:rPr>
              <a:t>Data</a:t>
            </a:r>
            <a:r>
              <a:rPr lang="ru-RU" sz="3900" spc="-10" dirty="0">
                <a:latin typeface="+mn-lt"/>
                <a:cs typeface="Arial"/>
              </a:rPr>
              <a:t>. Обзор парадигмы </a:t>
            </a:r>
            <a:r>
              <a:rPr lang="en-US" sz="3900" spc="-10" dirty="0">
                <a:latin typeface="+mn-lt"/>
                <a:cs typeface="Arial"/>
              </a:rPr>
              <a:t>MapReduce;</a:t>
            </a:r>
            <a:endParaRPr sz="3900" dirty="0">
              <a:latin typeface="+mn-lt"/>
              <a:cs typeface="Arial"/>
            </a:endParaRPr>
          </a:p>
          <a:p>
            <a:pPr marL="800100" indent="-787400">
              <a:lnSpc>
                <a:spcPct val="100000"/>
              </a:lnSpc>
              <a:spcBef>
                <a:spcPts val="2585"/>
              </a:spcBef>
              <a:buFont typeface="Arial MT"/>
              <a:buAutoNum type="arabicPeriod"/>
              <a:tabLst>
                <a:tab pos="800100" algn="l"/>
              </a:tabLst>
            </a:pPr>
            <a:r>
              <a:rPr sz="3600" b="1" dirty="0">
                <a:latin typeface="+mn-lt"/>
                <a:cs typeface="Times New Roman"/>
              </a:rPr>
              <a:t>Среда</a:t>
            </a:r>
            <a:r>
              <a:rPr sz="3600" b="1" spc="-110" dirty="0">
                <a:latin typeface="+mn-lt"/>
                <a:cs typeface="Times New Roman"/>
              </a:rPr>
              <a:t> </a:t>
            </a:r>
            <a:r>
              <a:rPr sz="3600" b="1" dirty="0">
                <a:latin typeface="+mn-lt"/>
                <a:cs typeface="Arial MT"/>
              </a:rPr>
              <a:t>Spark.</a:t>
            </a:r>
            <a:r>
              <a:rPr sz="3600" b="1" spc="-200" dirty="0">
                <a:latin typeface="+mn-lt"/>
                <a:cs typeface="Arial MT"/>
              </a:rPr>
              <a:t> </a:t>
            </a:r>
            <a:r>
              <a:rPr sz="3600" b="1" dirty="0">
                <a:latin typeface="+mn-lt"/>
                <a:cs typeface="Arial MT"/>
              </a:rPr>
              <a:t>Spark</a:t>
            </a:r>
            <a:r>
              <a:rPr sz="3600" b="1" spc="-200" dirty="0">
                <a:latin typeface="+mn-lt"/>
                <a:cs typeface="Arial MT"/>
              </a:rPr>
              <a:t> </a:t>
            </a:r>
            <a:r>
              <a:rPr sz="3600" b="1" dirty="0">
                <a:latin typeface="+mn-lt"/>
                <a:cs typeface="Arial MT"/>
              </a:rPr>
              <a:t>RDD</a:t>
            </a:r>
            <a:r>
              <a:rPr sz="3600" b="1" spc="-20" dirty="0">
                <a:latin typeface="+mn-lt"/>
                <a:cs typeface="Arial MT"/>
              </a:rPr>
              <a:t>;</a:t>
            </a:r>
            <a:endParaRPr sz="3600" b="1" dirty="0">
              <a:latin typeface="+mn-lt"/>
              <a:cs typeface="Arial MT"/>
            </a:endParaRPr>
          </a:p>
          <a:p>
            <a:pPr marL="800100" indent="-787400">
              <a:lnSpc>
                <a:spcPct val="100000"/>
              </a:lnSpc>
              <a:spcBef>
                <a:spcPts val="2585"/>
              </a:spcBef>
              <a:buAutoNum type="arabicPeriod"/>
              <a:tabLst>
                <a:tab pos="800100" algn="l"/>
              </a:tabLst>
            </a:pPr>
            <a:r>
              <a:rPr lang="en-US" sz="3600" dirty="0" err="1">
                <a:latin typeface="+mn-lt"/>
                <a:cs typeface="Arial MT"/>
              </a:rPr>
              <a:t>DataFrame</a:t>
            </a:r>
            <a:r>
              <a:rPr lang="en-US" sz="3600" dirty="0">
                <a:latin typeface="+mn-lt"/>
                <a:cs typeface="Arial MT"/>
              </a:rPr>
              <a:t> API</a:t>
            </a:r>
            <a:r>
              <a:rPr sz="3600" spc="-20" dirty="0">
                <a:latin typeface="+mn-lt"/>
                <a:cs typeface="Arial MT"/>
              </a:rPr>
              <a:t>;</a:t>
            </a:r>
            <a:endParaRPr sz="3600" dirty="0">
              <a:latin typeface="+mn-lt"/>
              <a:cs typeface="Arial MT"/>
            </a:endParaRPr>
          </a:p>
          <a:p>
            <a:pPr marL="800100" indent="-787400">
              <a:lnSpc>
                <a:spcPct val="100000"/>
              </a:lnSpc>
              <a:spcBef>
                <a:spcPts val="2465"/>
              </a:spcBef>
              <a:buAutoNum type="arabicPeriod"/>
              <a:tabLst>
                <a:tab pos="800100" algn="l"/>
              </a:tabLst>
            </a:pPr>
            <a:r>
              <a:rPr sz="3600" dirty="0">
                <a:latin typeface="+mn-lt"/>
                <a:cs typeface="Arial MT"/>
              </a:rPr>
              <a:t>Spark</a:t>
            </a:r>
            <a:r>
              <a:rPr sz="3600" spc="-170" dirty="0">
                <a:latin typeface="+mn-lt"/>
                <a:cs typeface="Arial MT"/>
              </a:rPr>
              <a:t> </a:t>
            </a:r>
            <a:r>
              <a:rPr lang="en-US" sz="3600" spc="-170" dirty="0">
                <a:latin typeface="+mn-lt"/>
                <a:cs typeface="Arial MT"/>
              </a:rPr>
              <a:t>SQL</a:t>
            </a:r>
            <a:r>
              <a:rPr sz="3600" spc="-10" dirty="0">
                <a:latin typeface="+mn-lt"/>
                <a:cs typeface="Arial MT"/>
              </a:rPr>
              <a:t>;</a:t>
            </a:r>
            <a:endParaRPr sz="3600" dirty="0">
              <a:latin typeface="+mn-lt"/>
              <a:cs typeface="Arial MT"/>
            </a:endParaRPr>
          </a:p>
          <a:p>
            <a:pPr marL="800100" indent="-787400">
              <a:lnSpc>
                <a:spcPct val="100000"/>
              </a:lnSpc>
              <a:spcBef>
                <a:spcPts val="2465"/>
              </a:spcBef>
              <a:buAutoNum type="arabicPeriod"/>
              <a:tabLst>
                <a:tab pos="800100" algn="l"/>
              </a:tabLst>
            </a:pPr>
            <a:r>
              <a:rPr lang="ru-RU" sz="3600" dirty="0">
                <a:latin typeface="+mn-lt"/>
                <a:cs typeface="Arial MT"/>
              </a:rPr>
              <a:t>Распределенное обучение моделей</a:t>
            </a:r>
            <a:r>
              <a:rPr sz="3600" spc="-10" dirty="0">
                <a:latin typeface="+mn-lt"/>
                <a:cs typeface="Arial MT"/>
              </a:rPr>
              <a:t>;</a:t>
            </a:r>
            <a:endParaRPr sz="3600" dirty="0">
              <a:latin typeface="+mn-lt"/>
              <a:cs typeface="Arial MT"/>
            </a:endParaRPr>
          </a:p>
          <a:p>
            <a:pPr marL="800100" indent="-787400">
              <a:lnSpc>
                <a:spcPct val="100000"/>
              </a:lnSpc>
              <a:spcBef>
                <a:spcPts val="2585"/>
              </a:spcBef>
              <a:buAutoNum type="arabicPeriod"/>
              <a:tabLst>
                <a:tab pos="800100" algn="l"/>
              </a:tabLst>
            </a:pPr>
            <a:r>
              <a:rPr lang="ru-RU" sz="3600" dirty="0">
                <a:latin typeface="+mn-lt"/>
                <a:cs typeface="Arial MT"/>
              </a:rPr>
              <a:t>Рекомендательные системы и </a:t>
            </a:r>
            <a:r>
              <a:rPr lang="en-US" sz="3600" dirty="0">
                <a:latin typeface="+mn-lt"/>
                <a:cs typeface="Arial MT"/>
              </a:rPr>
              <a:t>NLP</a:t>
            </a:r>
            <a:r>
              <a:rPr lang="ru-RU" sz="3600" dirty="0">
                <a:latin typeface="+mn-lt"/>
                <a:cs typeface="Arial MT"/>
              </a:rPr>
              <a:t> в распределенной среде</a:t>
            </a:r>
            <a:r>
              <a:rPr sz="3600" spc="-10" dirty="0">
                <a:latin typeface="+mn-lt"/>
                <a:cs typeface="Arial MT"/>
              </a:rPr>
              <a:t>;</a:t>
            </a:r>
            <a:endParaRPr sz="3600" dirty="0">
              <a:latin typeface="+mn-lt"/>
              <a:cs typeface="Arial MT"/>
            </a:endParaRPr>
          </a:p>
          <a:p>
            <a:pPr marL="800100" indent="-787400">
              <a:lnSpc>
                <a:spcPct val="100000"/>
              </a:lnSpc>
              <a:spcBef>
                <a:spcPts val="2465"/>
              </a:spcBef>
              <a:buFont typeface="Arial MT"/>
              <a:buAutoNum type="arabicPeriod"/>
              <a:tabLst>
                <a:tab pos="800100" algn="l"/>
              </a:tabLst>
            </a:pPr>
            <a:r>
              <a:rPr lang="ru-RU" sz="3600" spc="-20" dirty="0">
                <a:latin typeface="+mn-lt"/>
                <a:cs typeface="Times New Roman"/>
              </a:rPr>
              <a:t>Обработка потоковых данных. </a:t>
            </a:r>
            <a:r>
              <a:rPr lang="en-US" sz="3600" spc="-20" dirty="0">
                <a:latin typeface="+mn-lt"/>
                <a:cs typeface="Times New Roman"/>
              </a:rPr>
              <a:t>Spark</a:t>
            </a:r>
            <a:r>
              <a:rPr lang="ru-RU" sz="3600" spc="-20" dirty="0">
                <a:latin typeface="+mn-lt"/>
                <a:cs typeface="Times New Roman"/>
              </a:rPr>
              <a:t> </a:t>
            </a:r>
            <a:r>
              <a:rPr lang="en-US" sz="3600" spc="-20" dirty="0">
                <a:latin typeface="+mn-lt"/>
                <a:cs typeface="Times New Roman"/>
              </a:rPr>
              <a:t>Streaming</a:t>
            </a:r>
            <a:r>
              <a:rPr sz="3600" spc="75" dirty="0">
                <a:latin typeface="+mn-lt"/>
                <a:cs typeface="Arial MT"/>
              </a:rPr>
              <a:t>;</a:t>
            </a:r>
            <a:endParaRPr sz="3600" dirty="0">
              <a:latin typeface="+mn-lt"/>
              <a:cs typeface="Arial MT"/>
            </a:endParaRPr>
          </a:p>
          <a:p>
            <a:pPr marL="800100" indent="-787400">
              <a:lnSpc>
                <a:spcPct val="100000"/>
              </a:lnSpc>
              <a:spcBef>
                <a:spcPts val="2580"/>
              </a:spcBef>
              <a:buAutoNum type="arabicPeriod"/>
              <a:tabLst>
                <a:tab pos="800100" algn="l"/>
              </a:tabLst>
            </a:pPr>
            <a:r>
              <a:rPr lang="en-US" sz="3600" dirty="0">
                <a:latin typeface="+mn-lt"/>
                <a:cs typeface="Arial MT"/>
              </a:rPr>
              <a:t>GPU </a:t>
            </a:r>
            <a:r>
              <a:rPr lang="ru-RU" sz="3600" dirty="0">
                <a:latin typeface="+mn-lt"/>
                <a:cs typeface="Arial MT"/>
              </a:rPr>
              <a:t>вычисления</a:t>
            </a:r>
            <a:r>
              <a:rPr sz="3600" spc="45" dirty="0">
                <a:latin typeface="+mn-lt"/>
                <a:cs typeface="Arial MT"/>
              </a:rPr>
              <a:t>.</a:t>
            </a:r>
            <a:endParaRPr sz="3600" dirty="0">
              <a:latin typeface="+mn-lt"/>
              <a:cs typeface="Arial MT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B51C93A-9358-F865-DB36-A516E50622AA}"/>
              </a:ext>
            </a:extLst>
          </p:cNvPr>
          <p:cNvSpPr txBox="1">
            <a:spLocks/>
          </p:cNvSpPr>
          <p:nvPr/>
        </p:nvSpPr>
        <p:spPr>
          <a:xfrm>
            <a:off x="4908550" y="623695"/>
            <a:ext cx="10287000" cy="10778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 algn="ctr">
              <a:spcBef>
                <a:spcPts val="125"/>
              </a:spcBef>
            </a:pPr>
            <a:r>
              <a:rPr lang="ru-RU" spc="-80" dirty="0">
                <a:latin typeface="+mn-lt"/>
              </a:rPr>
              <a:t>Содержание курса</a:t>
            </a:r>
            <a:endParaRPr lang="ru-RU" spc="-25" dirty="0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A4439FEF-4CE2-9203-F1E2-5E83219194A3}"/>
              </a:ext>
            </a:extLst>
          </p:cNvPr>
          <p:cNvSpPr txBox="1"/>
          <p:nvPr/>
        </p:nvSpPr>
        <p:spPr>
          <a:xfrm>
            <a:off x="1034388" y="3425519"/>
            <a:ext cx="15751810" cy="2355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08355" indent="-795655">
              <a:lnSpc>
                <a:spcPct val="100000"/>
              </a:lnSpc>
              <a:spcBef>
                <a:spcPts val="125"/>
              </a:spcBef>
              <a:buFont typeface="Arial"/>
              <a:buAutoNum type="arabicPeriod"/>
              <a:tabLst>
                <a:tab pos="808355" algn="l"/>
              </a:tabLst>
            </a:pPr>
            <a:r>
              <a:rPr sz="3600" b="1" dirty="0">
                <a:latin typeface="+mn-lt"/>
                <a:cs typeface="Times New Roman"/>
              </a:rPr>
              <a:t>Как</a:t>
            </a:r>
            <a:r>
              <a:rPr sz="3600" b="1" spc="-35" dirty="0">
                <a:latin typeface="+mn-lt"/>
                <a:cs typeface="Times New Roman"/>
              </a:rPr>
              <a:t> </a:t>
            </a:r>
            <a:r>
              <a:rPr sz="3600" b="1" dirty="0">
                <a:latin typeface="+mn-lt"/>
                <a:cs typeface="Times New Roman"/>
              </a:rPr>
              <a:t>хранить</a:t>
            </a:r>
            <a:r>
              <a:rPr sz="3600" b="1" spc="-30" dirty="0">
                <a:latin typeface="+mn-lt"/>
                <a:cs typeface="Times New Roman"/>
              </a:rPr>
              <a:t> </a:t>
            </a:r>
            <a:r>
              <a:rPr sz="3600" b="1" dirty="0">
                <a:latin typeface="+mn-lt"/>
                <a:cs typeface="Times New Roman"/>
              </a:rPr>
              <a:t>большие</a:t>
            </a:r>
            <a:r>
              <a:rPr sz="3600" b="1" spc="-35" dirty="0">
                <a:latin typeface="+mn-lt"/>
                <a:cs typeface="Times New Roman"/>
              </a:rPr>
              <a:t> </a:t>
            </a:r>
            <a:r>
              <a:rPr sz="3600" b="1" spc="-80" dirty="0">
                <a:latin typeface="+mn-lt"/>
                <a:cs typeface="Times New Roman"/>
              </a:rPr>
              <a:t>данные</a:t>
            </a:r>
            <a:r>
              <a:rPr sz="3600" b="1" spc="-80" dirty="0">
                <a:latin typeface="+mn-lt"/>
                <a:cs typeface="Arial"/>
              </a:rPr>
              <a:t>?</a:t>
            </a:r>
            <a:r>
              <a:rPr sz="3600" b="1" spc="-130" dirty="0">
                <a:latin typeface="+mn-lt"/>
                <a:cs typeface="Arial"/>
              </a:rPr>
              <a:t> </a:t>
            </a:r>
            <a:r>
              <a:rPr sz="3600" b="1" dirty="0">
                <a:latin typeface="+mn-lt"/>
                <a:cs typeface="Arial"/>
              </a:rPr>
              <a:t>(Storage</a:t>
            </a:r>
            <a:r>
              <a:rPr sz="3600" b="1" spc="-130" dirty="0">
                <a:latin typeface="+mn-lt"/>
                <a:cs typeface="Arial"/>
              </a:rPr>
              <a:t> </a:t>
            </a:r>
            <a:r>
              <a:rPr sz="3600" b="1" spc="-10" dirty="0">
                <a:latin typeface="+mn-lt"/>
                <a:cs typeface="Arial"/>
              </a:rPr>
              <a:t>Layer)</a:t>
            </a:r>
            <a:endParaRPr sz="3600" dirty="0">
              <a:latin typeface="+mn-lt"/>
              <a:cs typeface="Arial"/>
            </a:endParaRPr>
          </a:p>
          <a:p>
            <a:pPr marL="808355" indent="-795655">
              <a:lnSpc>
                <a:spcPct val="100000"/>
              </a:lnSpc>
              <a:spcBef>
                <a:spcPts val="2680"/>
              </a:spcBef>
              <a:buFont typeface="Arial"/>
              <a:buAutoNum type="arabicPeriod"/>
              <a:tabLst>
                <a:tab pos="808355" algn="l"/>
              </a:tabLst>
            </a:pPr>
            <a:r>
              <a:rPr sz="3600" b="1" dirty="0">
                <a:solidFill>
                  <a:schemeClr val="tx1"/>
                </a:solidFill>
                <a:latin typeface="+mn-lt"/>
                <a:cs typeface="Times New Roman"/>
              </a:rPr>
              <a:t>Как</a:t>
            </a:r>
            <a:r>
              <a:rPr sz="3600" b="1" spc="-160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3600" b="1" dirty="0">
                <a:solidFill>
                  <a:schemeClr val="tx1"/>
                </a:solidFill>
                <a:latin typeface="+mn-lt"/>
                <a:cs typeface="Times New Roman"/>
              </a:rPr>
              <a:t>обрабатывать</a:t>
            </a:r>
            <a:r>
              <a:rPr sz="3600" b="1" spc="-110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3600" b="1" dirty="0">
                <a:solidFill>
                  <a:schemeClr val="tx1"/>
                </a:solidFill>
                <a:latin typeface="+mn-lt"/>
                <a:cs typeface="Times New Roman"/>
              </a:rPr>
              <a:t>большие</a:t>
            </a:r>
            <a:r>
              <a:rPr sz="3600" b="1" spc="-114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3600" b="1" spc="-80" dirty="0">
                <a:solidFill>
                  <a:schemeClr val="tx1"/>
                </a:solidFill>
                <a:latin typeface="+mn-lt"/>
                <a:cs typeface="Times New Roman"/>
              </a:rPr>
              <a:t>данные</a:t>
            </a:r>
            <a:r>
              <a:rPr sz="3600" b="1" spc="-80" dirty="0">
                <a:solidFill>
                  <a:schemeClr val="tx1"/>
                </a:solidFill>
                <a:latin typeface="+mn-lt"/>
                <a:cs typeface="Arial"/>
              </a:rPr>
              <a:t>?</a:t>
            </a:r>
            <a:r>
              <a:rPr sz="3600" b="1" spc="-17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3600" b="1" spc="-10" dirty="0">
                <a:solidFill>
                  <a:schemeClr val="tx1"/>
                </a:solidFill>
                <a:latin typeface="+mn-lt"/>
                <a:cs typeface="Arial"/>
              </a:rPr>
              <a:t>(Processing</a:t>
            </a:r>
            <a:r>
              <a:rPr sz="3600" b="1" spc="-21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3600" b="1" spc="-10" dirty="0">
                <a:solidFill>
                  <a:schemeClr val="tx1"/>
                </a:solidFill>
                <a:latin typeface="+mn-lt"/>
                <a:cs typeface="Arial"/>
              </a:rPr>
              <a:t>layer)</a:t>
            </a:r>
            <a:endParaRPr sz="360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808355" indent="-795655">
              <a:lnSpc>
                <a:spcPct val="100000"/>
              </a:lnSpc>
              <a:spcBef>
                <a:spcPts val="2675"/>
              </a:spcBef>
              <a:buAutoNum type="arabicPeriod"/>
              <a:tabLst>
                <a:tab pos="808355" algn="l"/>
              </a:tabLst>
            </a:pPr>
            <a:r>
              <a:rPr sz="3600" b="1" spc="-125" dirty="0" err="1">
                <a:solidFill>
                  <a:schemeClr val="tx1"/>
                </a:solidFill>
                <a:latin typeface="+mn-lt"/>
                <a:cs typeface="Times New Roman"/>
              </a:rPr>
              <a:t>Как</a:t>
            </a:r>
            <a:r>
              <a:rPr sz="3600" b="1" spc="-50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3600" b="1" dirty="0">
                <a:solidFill>
                  <a:schemeClr val="tx1"/>
                </a:solidFill>
                <a:latin typeface="+mn-lt"/>
                <a:cs typeface="Times New Roman"/>
              </a:rPr>
              <a:t>управлять</a:t>
            </a:r>
            <a:r>
              <a:rPr sz="3600" b="1" spc="-50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3600" b="1" dirty="0" err="1">
                <a:solidFill>
                  <a:schemeClr val="tx1"/>
                </a:solidFill>
                <a:latin typeface="+mn-lt"/>
                <a:cs typeface="Times New Roman"/>
              </a:rPr>
              <a:t>ресурсами</a:t>
            </a:r>
            <a:r>
              <a:rPr sz="3600" b="1" spc="-50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3600" b="1" dirty="0" err="1">
                <a:solidFill>
                  <a:schemeClr val="tx1"/>
                </a:solidFill>
                <a:latin typeface="+mn-lt"/>
                <a:cs typeface="Times New Roman"/>
              </a:rPr>
              <a:t>кластера</a:t>
            </a:r>
            <a:r>
              <a:rPr lang="en-US" sz="3600" b="1" dirty="0">
                <a:solidFill>
                  <a:schemeClr val="tx1"/>
                </a:solidFill>
                <a:latin typeface="+mn-lt"/>
                <a:cs typeface="Times New Roman"/>
              </a:rPr>
              <a:t>?</a:t>
            </a:r>
            <a:r>
              <a:rPr sz="3600" b="1" spc="-55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lang="en-US" sz="3600" b="1" spc="-55" dirty="0">
                <a:solidFill>
                  <a:schemeClr val="tx1"/>
                </a:solidFill>
                <a:latin typeface="+mn-lt"/>
                <a:cs typeface="Times New Roman"/>
              </a:rPr>
              <a:t>(</a:t>
            </a:r>
            <a:r>
              <a:rPr sz="3600" b="1" spc="-25" dirty="0">
                <a:solidFill>
                  <a:schemeClr val="tx1"/>
                </a:solidFill>
                <a:latin typeface="+mn-lt"/>
                <a:cs typeface="Arial"/>
              </a:rPr>
              <a:t>Resource</a:t>
            </a:r>
            <a:r>
              <a:rPr sz="3600" b="1" spc="-15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3600" b="1" spc="100" dirty="0">
                <a:solidFill>
                  <a:schemeClr val="tx1"/>
                </a:solidFill>
                <a:latin typeface="+mn-lt"/>
                <a:cs typeface="Arial"/>
              </a:rPr>
              <a:t>management</a:t>
            </a:r>
            <a:r>
              <a:rPr sz="3600" b="1" spc="-15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3600" b="1" spc="-10" dirty="0">
                <a:solidFill>
                  <a:schemeClr val="tx1"/>
                </a:solidFill>
                <a:latin typeface="+mn-lt"/>
                <a:cs typeface="Arial"/>
              </a:rPr>
              <a:t>layer)</a:t>
            </a:r>
            <a:endParaRPr sz="3600" dirty="0">
              <a:solidFill>
                <a:schemeClr val="tx1"/>
              </a:solidFill>
              <a:latin typeface="+mn-lt"/>
              <a:cs typeface="Arial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DAAFEC4F-92CD-1107-F341-8ACC52D2B0F6}"/>
              </a:ext>
            </a:extLst>
          </p:cNvPr>
          <p:cNvSpPr txBox="1">
            <a:spLocks/>
          </p:cNvSpPr>
          <p:nvPr/>
        </p:nvSpPr>
        <p:spPr>
          <a:xfrm>
            <a:off x="4432298" y="712723"/>
            <a:ext cx="11239501" cy="10778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 algn="ctr">
              <a:spcBef>
                <a:spcPts val="125"/>
              </a:spcBef>
            </a:pPr>
            <a:r>
              <a:rPr lang="en-US" spc="-80" dirty="0">
                <a:latin typeface="+mn-lt"/>
              </a:rPr>
              <a:t>3 </a:t>
            </a:r>
            <a:r>
              <a:rPr lang="ru-RU" spc="-80" dirty="0">
                <a:latin typeface="+mn-lt"/>
              </a:rPr>
              <a:t>ключевых вопроса </a:t>
            </a:r>
            <a:r>
              <a:rPr lang="en-US" spc="-80" dirty="0">
                <a:latin typeface="+mn-lt"/>
              </a:rPr>
              <a:t>Big Data</a:t>
            </a:r>
            <a:endParaRPr lang="ru-RU" spc="-25" dirty="0"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6094" y="717485"/>
            <a:ext cx="14031912" cy="112402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spcBef>
                <a:spcPts val="125"/>
              </a:spcBef>
            </a:pPr>
            <a:r>
              <a:rPr lang="ru-RU" sz="7200" spc="254" dirty="0">
                <a:cs typeface="Arial"/>
              </a:rPr>
              <a:t>Как</a:t>
            </a:r>
            <a:r>
              <a:rPr lang="ru-RU" sz="7200" spc="-240" dirty="0">
                <a:cs typeface="Arial"/>
              </a:rPr>
              <a:t> </a:t>
            </a:r>
            <a:r>
              <a:rPr lang="ru-RU" sz="7200" spc="-40" dirty="0">
                <a:cs typeface="Arial"/>
              </a:rPr>
              <a:t>хранить</a:t>
            </a:r>
            <a:r>
              <a:rPr lang="ru-RU" sz="7200" spc="-235" dirty="0">
                <a:cs typeface="Arial"/>
              </a:rPr>
              <a:t> </a:t>
            </a:r>
            <a:r>
              <a:rPr lang="ru-RU" sz="7200" spc="-45" dirty="0">
                <a:cs typeface="Arial"/>
              </a:rPr>
              <a:t>большие</a:t>
            </a:r>
            <a:r>
              <a:rPr lang="ru-RU" sz="7200" spc="-235" dirty="0">
                <a:cs typeface="Arial"/>
              </a:rPr>
              <a:t> </a:t>
            </a:r>
            <a:r>
              <a:rPr lang="ru-RU" sz="7200" spc="-50" dirty="0">
                <a:cs typeface="Arial"/>
              </a:rPr>
              <a:t>данные</a:t>
            </a:r>
            <a:r>
              <a:rPr lang="ru-RU" sz="7200" spc="-50" dirty="0">
                <a:cs typeface="Arial Black"/>
              </a:rPr>
              <a:t>?</a:t>
            </a:r>
            <a:endParaRPr spc="-10" dirty="0">
              <a:latin typeface="+mn-l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23440" y="4671283"/>
            <a:ext cx="10776980" cy="567399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4" name="object 4"/>
          <p:cNvSpPr txBox="1"/>
          <p:nvPr/>
        </p:nvSpPr>
        <p:spPr>
          <a:xfrm>
            <a:off x="679450" y="3063875"/>
            <a:ext cx="12764135" cy="689534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1259205">
              <a:lnSpc>
                <a:spcPct val="116199"/>
              </a:lnSpc>
              <a:spcBef>
                <a:spcPts val="3570"/>
              </a:spcBef>
            </a:pPr>
            <a:r>
              <a:rPr sz="3600" dirty="0">
                <a:latin typeface="+mn-lt"/>
                <a:cs typeface="Georgia"/>
              </a:rPr>
              <a:t>HDFS</a:t>
            </a:r>
            <a:r>
              <a:rPr sz="3600" spc="-110" dirty="0">
                <a:latin typeface="+mn-lt"/>
                <a:cs typeface="Georgia"/>
              </a:rPr>
              <a:t> </a:t>
            </a:r>
            <a:r>
              <a:rPr sz="3600" spc="-350" dirty="0">
                <a:latin typeface="+mn-lt"/>
                <a:cs typeface="Georgia"/>
              </a:rPr>
              <a:t>–</a:t>
            </a:r>
            <a:r>
              <a:rPr sz="3600" spc="-10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Times New Roman"/>
              </a:rPr>
              <a:t>распределенная</a:t>
            </a:r>
            <a:r>
              <a:rPr sz="3600" spc="-9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файловая</a:t>
            </a:r>
            <a:r>
              <a:rPr sz="3600" spc="-9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система</a:t>
            </a:r>
            <a:r>
              <a:rPr sz="3600" dirty="0">
                <a:latin typeface="+mn-lt"/>
                <a:cs typeface="Georgia"/>
              </a:rPr>
              <a:t>,</a:t>
            </a:r>
            <a:r>
              <a:rPr sz="3600" spc="-55" dirty="0">
                <a:latin typeface="+mn-lt"/>
                <a:cs typeface="Georgia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разработанная </a:t>
            </a:r>
            <a:r>
              <a:rPr sz="3600" dirty="0">
                <a:latin typeface="+mn-lt"/>
                <a:cs typeface="Times New Roman"/>
              </a:rPr>
              <a:t>для</a:t>
            </a:r>
            <a:r>
              <a:rPr sz="3600" spc="-9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работы</a:t>
            </a:r>
            <a:r>
              <a:rPr sz="3600" spc="-8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с</a:t>
            </a:r>
            <a:r>
              <a:rPr sz="3600" spc="-8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большими</a:t>
            </a:r>
            <a:r>
              <a:rPr sz="3600" spc="-7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объемами</a:t>
            </a:r>
            <a:r>
              <a:rPr sz="3600" spc="-8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данных</a:t>
            </a:r>
            <a:r>
              <a:rPr sz="3600" spc="-8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в</a:t>
            </a:r>
            <a:r>
              <a:rPr sz="3600" spc="-80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кластерах</a:t>
            </a:r>
            <a:endParaRPr sz="3600" dirty="0">
              <a:latin typeface="+mn-lt"/>
              <a:cs typeface="Times New Roman"/>
            </a:endParaRPr>
          </a:p>
          <a:p>
            <a:pPr marL="808355" indent="-795655">
              <a:lnSpc>
                <a:spcPct val="100000"/>
              </a:lnSpc>
              <a:spcBef>
                <a:spcPts val="2675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dirty="0">
                <a:latin typeface="+mn-lt"/>
                <a:cs typeface="Times New Roman"/>
              </a:rPr>
              <a:t>Распределенное</a:t>
            </a:r>
            <a:r>
              <a:rPr sz="3600" spc="-7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хранение</a:t>
            </a:r>
            <a:r>
              <a:rPr sz="3600" spc="-6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данных</a:t>
            </a:r>
            <a:endParaRPr sz="3600" dirty="0">
              <a:latin typeface="+mn-lt"/>
              <a:cs typeface="Times New Roman"/>
            </a:endParaRPr>
          </a:p>
          <a:p>
            <a:pPr marL="808355" indent="-795655">
              <a:lnSpc>
                <a:spcPct val="100000"/>
              </a:lnSpc>
              <a:spcBef>
                <a:spcPts val="1630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spc="-10" dirty="0">
                <a:latin typeface="+mn-lt"/>
                <a:cs typeface="Times New Roman"/>
              </a:rPr>
              <a:t>Отказоустойчивость</a:t>
            </a:r>
            <a:endParaRPr sz="3600" dirty="0">
              <a:latin typeface="+mn-lt"/>
              <a:cs typeface="Times New Roman"/>
            </a:endParaRPr>
          </a:p>
          <a:p>
            <a:pPr marL="808355" marR="4717415" indent="-796290">
              <a:lnSpc>
                <a:spcPct val="116199"/>
              </a:lnSpc>
              <a:spcBef>
                <a:spcPts val="1810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dirty="0">
                <a:latin typeface="+mn-lt"/>
                <a:cs typeface="Times New Roman"/>
              </a:rPr>
              <a:t>Ограниченная</a:t>
            </a:r>
            <a:r>
              <a:rPr sz="3600" spc="-13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поддержка</a:t>
            </a:r>
            <a:r>
              <a:rPr sz="3600" spc="-130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изменений </a:t>
            </a:r>
            <a:r>
              <a:rPr sz="3600" dirty="0">
                <a:latin typeface="+mn-lt"/>
                <a:cs typeface="Times New Roman"/>
              </a:rPr>
              <a:t>в</a:t>
            </a:r>
            <a:r>
              <a:rPr sz="3600" spc="-4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файлах</a:t>
            </a:r>
            <a:endParaRPr sz="3600" dirty="0">
              <a:latin typeface="+mn-lt"/>
              <a:cs typeface="Times New Roman"/>
            </a:endParaRPr>
          </a:p>
          <a:p>
            <a:pPr marL="808355" indent="-795655">
              <a:lnSpc>
                <a:spcPct val="100000"/>
              </a:lnSpc>
              <a:spcBef>
                <a:spcPts val="2680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dirty="0" err="1">
                <a:latin typeface="+mn-lt"/>
                <a:cs typeface="Times New Roman"/>
              </a:rPr>
              <a:t>Высокая</a:t>
            </a:r>
            <a:r>
              <a:rPr sz="3600" spc="-9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масштабируемость</a:t>
            </a:r>
            <a:endParaRPr sz="3600" dirty="0">
              <a:latin typeface="+mn-lt"/>
              <a:cs typeface="Times New Roman"/>
            </a:endParaRPr>
          </a:p>
          <a:p>
            <a:pPr marL="808355" indent="-795655">
              <a:lnSpc>
                <a:spcPct val="100000"/>
              </a:lnSpc>
              <a:spcBef>
                <a:spcPts val="1625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spc="-10" dirty="0" err="1">
                <a:latin typeface="+mn-lt"/>
                <a:cs typeface="Times New Roman"/>
              </a:rPr>
              <a:t>Экономичность</a:t>
            </a:r>
            <a:endParaRPr lang="en-US" sz="3600" spc="-10" dirty="0">
              <a:latin typeface="+mn-lt"/>
              <a:cs typeface="Times New Roman"/>
            </a:endParaRPr>
          </a:p>
          <a:p>
            <a:pPr marL="808355" indent="-795655">
              <a:spcBef>
                <a:spcPts val="1625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lang="ru-RU" sz="3600" dirty="0">
                <a:latin typeface="+mn-lt"/>
                <a:cs typeface="Times New Roman"/>
              </a:rPr>
              <a:t>Совместимость с </a:t>
            </a:r>
            <a:r>
              <a:rPr lang="en-US" sz="3600" spc="130" dirty="0">
                <a:latin typeface="+mn-lt"/>
                <a:cs typeface="Georgia"/>
              </a:rPr>
              <a:t>Hadoop</a:t>
            </a:r>
            <a:endParaRPr lang="en-US" sz="3600" dirty="0">
              <a:latin typeface="+mn-lt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00277-C68C-D641-3FEA-7206135BD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F5D5FA9-473E-B55B-A3CE-1527C78C9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655" y="0"/>
            <a:ext cx="14202790" cy="1130935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52201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488" y="244475"/>
            <a:ext cx="14573657" cy="2492349"/>
          </a:xfrm>
          <a:prstGeom prst="rect">
            <a:avLst/>
          </a:prstGeom>
        </p:spPr>
        <p:txBody>
          <a:bodyPr vert="horz" wrap="square" lIns="0" tIns="273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5"/>
              </a:spcBef>
            </a:pPr>
            <a:r>
              <a:rPr lang="ru-RU" sz="7200" spc="254" dirty="0">
                <a:cs typeface="Arial"/>
              </a:rPr>
              <a:t>Как</a:t>
            </a:r>
            <a:r>
              <a:rPr lang="ru-RU" sz="7200" spc="-225" dirty="0">
                <a:cs typeface="Arial"/>
              </a:rPr>
              <a:t> </a:t>
            </a:r>
            <a:r>
              <a:rPr lang="ru-RU" sz="7200" spc="-65" dirty="0">
                <a:cs typeface="Arial"/>
              </a:rPr>
              <a:t>обрабатывать</a:t>
            </a:r>
            <a:r>
              <a:rPr lang="ru-RU" sz="7200" spc="-210" dirty="0">
                <a:cs typeface="Arial"/>
              </a:rPr>
              <a:t> </a:t>
            </a:r>
            <a:r>
              <a:rPr lang="ru-RU" sz="7200" spc="-45" dirty="0">
                <a:cs typeface="Arial"/>
              </a:rPr>
              <a:t>большие</a:t>
            </a:r>
            <a:r>
              <a:rPr lang="ru-RU" sz="7200" spc="-220" dirty="0">
                <a:cs typeface="Arial"/>
              </a:rPr>
              <a:t> </a:t>
            </a:r>
            <a:r>
              <a:rPr lang="ru-RU" sz="7200" spc="-10" dirty="0">
                <a:cs typeface="Arial"/>
              </a:rPr>
              <a:t>данные</a:t>
            </a:r>
            <a:r>
              <a:rPr lang="ru-RU" sz="7200" b="0" spc="-10" dirty="0">
                <a:cs typeface="Arial Black"/>
              </a:rPr>
              <a:t>?</a:t>
            </a:r>
            <a:endParaRPr spc="-10" dirty="0">
              <a:latin typeface="+mn-l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4317" y="3947294"/>
            <a:ext cx="10383635" cy="6888981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4" name="object 4"/>
          <p:cNvSpPr txBox="1"/>
          <p:nvPr/>
        </p:nvSpPr>
        <p:spPr>
          <a:xfrm>
            <a:off x="679450" y="3041884"/>
            <a:ext cx="11075062" cy="69115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399"/>
              </a:lnSpc>
              <a:spcBef>
                <a:spcPts val="100"/>
              </a:spcBef>
            </a:pPr>
            <a:r>
              <a:rPr sz="3600" dirty="0">
                <a:latin typeface="+mn-lt"/>
                <a:cs typeface="Georgia"/>
              </a:rPr>
              <a:t>MapReduce</a:t>
            </a:r>
            <a:r>
              <a:rPr sz="3600" spc="-40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Georgia"/>
              </a:rPr>
              <a:t>—</a:t>
            </a:r>
            <a:r>
              <a:rPr sz="3600" spc="-40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Times New Roman"/>
              </a:rPr>
              <a:t>это</a:t>
            </a:r>
            <a:r>
              <a:rPr sz="3600" spc="-7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модель</a:t>
            </a:r>
            <a:r>
              <a:rPr sz="3600" spc="-70" dirty="0">
                <a:latin typeface="+mn-lt"/>
                <a:cs typeface="Times New Roman"/>
              </a:rPr>
              <a:t> </a:t>
            </a:r>
            <a:r>
              <a:rPr sz="3600" spc="-20" dirty="0">
                <a:latin typeface="+mn-lt"/>
                <a:cs typeface="Times New Roman"/>
              </a:rPr>
              <a:t>распределенной</a:t>
            </a:r>
            <a:r>
              <a:rPr sz="3600" spc="-70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обработки</a:t>
            </a:r>
            <a:r>
              <a:rPr sz="3600" spc="-7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больших данных</a:t>
            </a:r>
            <a:r>
              <a:rPr sz="3600" spc="-10" dirty="0">
                <a:latin typeface="+mn-lt"/>
                <a:cs typeface="Georgia"/>
              </a:rPr>
              <a:t>,</a:t>
            </a:r>
            <a:r>
              <a:rPr sz="3600" spc="-80" dirty="0">
                <a:latin typeface="+mn-lt"/>
                <a:cs typeface="Georgia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разработанная</a:t>
            </a:r>
            <a:r>
              <a:rPr sz="3600" spc="-110" dirty="0">
                <a:latin typeface="+mn-lt"/>
                <a:cs typeface="Times New Roman"/>
              </a:rPr>
              <a:t> </a:t>
            </a:r>
            <a:r>
              <a:rPr sz="3600" spc="155" dirty="0">
                <a:latin typeface="+mn-lt"/>
                <a:cs typeface="Georgia"/>
              </a:rPr>
              <a:t>Google</a:t>
            </a:r>
            <a:r>
              <a:rPr sz="3600" spc="-80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Times New Roman"/>
              </a:rPr>
              <a:t>и</a:t>
            </a:r>
            <a:r>
              <a:rPr sz="3600" spc="-110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реализованная</a:t>
            </a:r>
            <a:r>
              <a:rPr sz="3600" spc="-11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в</a:t>
            </a:r>
            <a:r>
              <a:rPr sz="3600" spc="-110" dirty="0">
                <a:latin typeface="+mn-lt"/>
                <a:cs typeface="Times New Roman"/>
              </a:rPr>
              <a:t> </a:t>
            </a:r>
            <a:r>
              <a:rPr sz="3600" spc="75" dirty="0">
                <a:latin typeface="+mn-lt"/>
                <a:cs typeface="Georgia"/>
              </a:rPr>
              <a:t>Hadoop.</a:t>
            </a:r>
            <a:endParaRPr sz="3600" dirty="0">
              <a:latin typeface="+mn-lt"/>
              <a:cs typeface="Georgia"/>
            </a:endParaRPr>
          </a:p>
          <a:p>
            <a:pPr marL="800100" indent="-787400">
              <a:lnSpc>
                <a:spcPct val="100000"/>
              </a:lnSpc>
              <a:spcBef>
                <a:spcPts val="2585"/>
              </a:spcBef>
              <a:buFont typeface="Georgia"/>
              <a:buAutoNum type="arabicPeriod"/>
              <a:tabLst>
                <a:tab pos="800100" algn="l"/>
              </a:tabLst>
            </a:pPr>
            <a:r>
              <a:rPr sz="3600" spc="-10" dirty="0">
                <a:latin typeface="+mn-lt"/>
                <a:cs typeface="Times New Roman"/>
              </a:rPr>
              <a:t>Распределенная</a:t>
            </a:r>
            <a:r>
              <a:rPr sz="3600" spc="-175" dirty="0">
                <a:latin typeface="+mn-lt"/>
                <a:cs typeface="Times New Roman"/>
              </a:rPr>
              <a:t> </a:t>
            </a:r>
            <a:r>
              <a:rPr sz="3600" spc="-20" dirty="0">
                <a:latin typeface="+mn-lt"/>
                <a:cs typeface="Times New Roman"/>
              </a:rPr>
              <a:t>обработка</a:t>
            </a:r>
            <a:r>
              <a:rPr sz="3600" spc="-180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данных</a:t>
            </a:r>
            <a:endParaRPr sz="3600" dirty="0">
              <a:latin typeface="+mn-lt"/>
              <a:cs typeface="Times New Roman"/>
            </a:endParaRPr>
          </a:p>
          <a:p>
            <a:pPr marL="800100" indent="-787400">
              <a:lnSpc>
                <a:spcPct val="100000"/>
              </a:lnSpc>
              <a:spcBef>
                <a:spcPts val="2580"/>
              </a:spcBef>
              <a:buFont typeface="Georgia"/>
              <a:buAutoNum type="arabicPeriod"/>
              <a:tabLst>
                <a:tab pos="800100" algn="l"/>
              </a:tabLst>
            </a:pPr>
            <a:r>
              <a:rPr sz="3600" spc="-20" dirty="0">
                <a:latin typeface="+mn-lt"/>
                <a:cs typeface="Times New Roman"/>
              </a:rPr>
              <a:t>Двухэтажная</a:t>
            </a:r>
            <a:r>
              <a:rPr sz="3600" spc="-100" dirty="0">
                <a:latin typeface="+mn-lt"/>
                <a:cs typeface="Times New Roman"/>
              </a:rPr>
              <a:t> </a:t>
            </a:r>
            <a:r>
              <a:rPr sz="3600" spc="-50" dirty="0">
                <a:latin typeface="+mn-lt"/>
                <a:cs typeface="Times New Roman"/>
              </a:rPr>
              <a:t>модель</a:t>
            </a:r>
            <a:r>
              <a:rPr sz="3600" spc="-50" dirty="0">
                <a:latin typeface="+mn-lt"/>
                <a:cs typeface="Georgia"/>
              </a:rPr>
              <a:t>:</a:t>
            </a:r>
            <a:r>
              <a:rPr sz="3600" spc="-65" dirty="0">
                <a:latin typeface="+mn-lt"/>
                <a:cs typeface="Georgia"/>
              </a:rPr>
              <a:t> </a:t>
            </a:r>
            <a:r>
              <a:rPr sz="3600" spc="65" dirty="0">
                <a:latin typeface="+mn-lt"/>
                <a:cs typeface="Georgia"/>
              </a:rPr>
              <a:t>Map</a:t>
            </a:r>
            <a:r>
              <a:rPr sz="3600" spc="-70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Times New Roman"/>
              </a:rPr>
              <a:t>и</a:t>
            </a:r>
            <a:r>
              <a:rPr sz="3600" spc="-9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Georgia"/>
              </a:rPr>
              <a:t>Reduce</a:t>
            </a:r>
            <a:endParaRPr sz="3600" dirty="0">
              <a:latin typeface="+mn-lt"/>
              <a:cs typeface="Georgia"/>
            </a:endParaRPr>
          </a:p>
          <a:p>
            <a:pPr marL="800100" indent="-787400">
              <a:lnSpc>
                <a:spcPct val="100000"/>
              </a:lnSpc>
              <a:spcBef>
                <a:spcPts val="1530"/>
              </a:spcBef>
              <a:buFont typeface="Georgia"/>
              <a:buAutoNum type="arabicPeriod"/>
              <a:tabLst>
                <a:tab pos="800100" algn="l"/>
              </a:tabLst>
            </a:pPr>
            <a:r>
              <a:rPr sz="3600" spc="-10" dirty="0">
                <a:latin typeface="+mn-lt"/>
                <a:cs typeface="Times New Roman"/>
              </a:rPr>
              <a:t>Масштабируемость</a:t>
            </a:r>
            <a:endParaRPr sz="3600" dirty="0">
              <a:latin typeface="+mn-lt"/>
              <a:cs typeface="Times New Roman"/>
            </a:endParaRPr>
          </a:p>
          <a:p>
            <a:pPr marL="800100" indent="-787400">
              <a:lnSpc>
                <a:spcPct val="100000"/>
              </a:lnSpc>
              <a:spcBef>
                <a:spcPts val="1365"/>
              </a:spcBef>
              <a:buFont typeface="Georgia"/>
              <a:buAutoNum type="arabicPeriod"/>
              <a:tabLst>
                <a:tab pos="800100" algn="l"/>
              </a:tabLst>
            </a:pPr>
            <a:r>
              <a:rPr sz="3600" spc="-10" dirty="0">
                <a:latin typeface="+mn-lt"/>
                <a:cs typeface="Times New Roman"/>
              </a:rPr>
              <a:t>Отказоустойчивость</a:t>
            </a:r>
            <a:endParaRPr sz="3600" dirty="0">
              <a:latin typeface="+mn-lt"/>
              <a:cs typeface="Times New Roman"/>
            </a:endParaRPr>
          </a:p>
          <a:p>
            <a:pPr marL="800100" indent="-787400">
              <a:lnSpc>
                <a:spcPct val="100000"/>
              </a:lnSpc>
              <a:spcBef>
                <a:spcPts val="2420"/>
              </a:spcBef>
              <a:buFont typeface="Georgia"/>
              <a:buAutoNum type="arabicPeriod"/>
              <a:tabLst>
                <a:tab pos="800100" algn="l"/>
              </a:tabLst>
            </a:pPr>
            <a:r>
              <a:rPr sz="3600" spc="-10" dirty="0">
                <a:latin typeface="+mn-lt"/>
                <a:cs typeface="Times New Roman"/>
              </a:rPr>
              <a:t>Интеграция</a:t>
            </a:r>
            <a:r>
              <a:rPr sz="3600" spc="-10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с</a:t>
            </a:r>
            <a:r>
              <a:rPr sz="3600" spc="-100" dirty="0">
                <a:latin typeface="+mn-lt"/>
                <a:cs typeface="Times New Roman"/>
              </a:rPr>
              <a:t> </a:t>
            </a:r>
            <a:r>
              <a:rPr sz="3600" spc="110" dirty="0">
                <a:latin typeface="+mn-lt"/>
                <a:cs typeface="Georgia"/>
              </a:rPr>
              <a:t>Hadoop</a:t>
            </a:r>
            <a:endParaRPr sz="3600" dirty="0">
              <a:latin typeface="+mn-lt"/>
              <a:cs typeface="Georgia"/>
            </a:endParaRPr>
          </a:p>
          <a:p>
            <a:pPr marL="800100" indent="-787400">
              <a:lnSpc>
                <a:spcPct val="100000"/>
              </a:lnSpc>
              <a:spcBef>
                <a:spcPts val="2580"/>
              </a:spcBef>
              <a:buFont typeface="Georgia"/>
              <a:buAutoNum type="arabicPeriod"/>
              <a:tabLst>
                <a:tab pos="800100" algn="l"/>
              </a:tabLst>
            </a:pPr>
            <a:r>
              <a:rPr sz="3600" spc="-25" dirty="0">
                <a:latin typeface="+mn-lt"/>
                <a:cs typeface="Times New Roman"/>
              </a:rPr>
              <a:t>Поддержка</a:t>
            </a:r>
            <a:r>
              <a:rPr sz="3600" spc="-175" dirty="0">
                <a:latin typeface="+mn-lt"/>
                <a:cs typeface="Times New Roman"/>
              </a:rPr>
              <a:t> </a:t>
            </a:r>
            <a:r>
              <a:rPr sz="3600" spc="-45" dirty="0">
                <a:latin typeface="+mn-lt"/>
                <a:cs typeface="Times New Roman"/>
              </a:rPr>
              <a:t>только</a:t>
            </a:r>
            <a:r>
              <a:rPr sz="3600" spc="-175" dirty="0">
                <a:latin typeface="+mn-lt"/>
                <a:cs typeface="Times New Roman"/>
              </a:rPr>
              <a:t> </a:t>
            </a:r>
            <a:r>
              <a:rPr sz="3600" spc="-30" dirty="0">
                <a:latin typeface="+mn-lt"/>
                <a:cs typeface="Times New Roman"/>
              </a:rPr>
              <a:t>дисковой</a:t>
            </a:r>
            <a:r>
              <a:rPr sz="3600" spc="-17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обработки</a:t>
            </a:r>
            <a:endParaRPr sz="3600" dirty="0">
              <a:latin typeface="+mn-lt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9426" y="495378"/>
            <a:ext cx="13265248" cy="2492349"/>
          </a:xfrm>
          <a:prstGeom prst="rect">
            <a:avLst/>
          </a:prstGeom>
        </p:spPr>
        <p:txBody>
          <a:bodyPr vert="horz" wrap="square" lIns="0" tIns="273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5"/>
              </a:spcBef>
            </a:pPr>
            <a:r>
              <a:rPr lang="ru-RU" sz="7200" spc="254" dirty="0">
                <a:latin typeface="+mn-lt"/>
                <a:cs typeface="Arial"/>
              </a:rPr>
              <a:t>Как</a:t>
            </a:r>
            <a:r>
              <a:rPr lang="ru-RU" sz="7200" spc="-225" dirty="0">
                <a:latin typeface="+mn-lt"/>
                <a:cs typeface="Arial"/>
              </a:rPr>
              <a:t> </a:t>
            </a:r>
            <a:r>
              <a:rPr lang="ru-RU" sz="7200" spc="-45" dirty="0">
                <a:latin typeface="+mn-lt"/>
                <a:cs typeface="Arial"/>
              </a:rPr>
              <a:t>управлять</a:t>
            </a:r>
            <a:r>
              <a:rPr lang="ru-RU" sz="7200" spc="-210" dirty="0">
                <a:latin typeface="+mn-lt"/>
                <a:cs typeface="Arial"/>
              </a:rPr>
              <a:t> </a:t>
            </a:r>
            <a:r>
              <a:rPr lang="ru-RU" sz="7200" spc="-45" dirty="0">
                <a:latin typeface="+mn-lt"/>
                <a:cs typeface="Arial"/>
              </a:rPr>
              <a:t>ресурсами</a:t>
            </a:r>
            <a:r>
              <a:rPr lang="ru-RU" sz="7200" spc="-210" dirty="0">
                <a:latin typeface="+mn-lt"/>
                <a:cs typeface="Arial"/>
              </a:rPr>
              <a:t> </a:t>
            </a:r>
            <a:r>
              <a:rPr lang="ru-RU" sz="7200" spc="-10" dirty="0">
                <a:latin typeface="+mn-lt"/>
                <a:cs typeface="Arial"/>
              </a:rPr>
              <a:t>кластера</a:t>
            </a:r>
            <a:r>
              <a:rPr lang="ru-RU" sz="7200" b="0" spc="-10" dirty="0">
                <a:latin typeface="+mn-lt"/>
                <a:cs typeface="Arial Black"/>
              </a:rPr>
              <a:t>?</a:t>
            </a:r>
            <a:endParaRPr spc="-10" dirty="0">
              <a:latin typeface="+mn-l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03434" y="4770730"/>
            <a:ext cx="8214932" cy="6144624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4" name="object 4"/>
          <p:cNvSpPr txBox="1"/>
          <p:nvPr/>
        </p:nvSpPr>
        <p:spPr>
          <a:xfrm>
            <a:off x="1034388" y="3340987"/>
            <a:ext cx="15164435" cy="69153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sz="3600" spc="-40" dirty="0">
                <a:latin typeface="+mn-lt"/>
                <a:cs typeface="Georgia"/>
              </a:rPr>
              <a:t>YARN</a:t>
            </a:r>
            <a:r>
              <a:rPr sz="3600" spc="-135" dirty="0">
                <a:latin typeface="+mn-lt"/>
                <a:cs typeface="Georgia"/>
              </a:rPr>
              <a:t> </a:t>
            </a:r>
            <a:r>
              <a:rPr sz="3600" spc="-350" dirty="0">
                <a:latin typeface="+mn-lt"/>
                <a:cs typeface="Georgia"/>
              </a:rPr>
              <a:t>–</a:t>
            </a:r>
            <a:r>
              <a:rPr sz="3600" spc="-10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Times New Roman"/>
              </a:rPr>
              <a:t>ресурсный</a:t>
            </a:r>
            <a:r>
              <a:rPr sz="3600" spc="-10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менеджер</a:t>
            </a:r>
            <a:r>
              <a:rPr sz="3600" spc="-10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в</a:t>
            </a:r>
            <a:r>
              <a:rPr sz="3600" spc="-10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экосистеме</a:t>
            </a:r>
            <a:r>
              <a:rPr sz="3600" spc="-110" dirty="0">
                <a:latin typeface="+mn-lt"/>
                <a:cs typeface="Times New Roman"/>
              </a:rPr>
              <a:t> </a:t>
            </a:r>
            <a:r>
              <a:rPr sz="3600" spc="100" dirty="0">
                <a:latin typeface="+mn-lt"/>
                <a:cs typeface="Georgia"/>
              </a:rPr>
              <a:t>Hadoop,</a:t>
            </a:r>
            <a:r>
              <a:rPr sz="3600" spc="-70" dirty="0">
                <a:latin typeface="+mn-lt"/>
                <a:cs typeface="Georgia"/>
              </a:rPr>
              <a:t> </a:t>
            </a:r>
            <a:r>
              <a:rPr sz="3600" spc="-25" dirty="0">
                <a:latin typeface="+mn-lt"/>
                <a:cs typeface="Times New Roman"/>
              </a:rPr>
              <a:t>который</a:t>
            </a:r>
            <a:r>
              <a:rPr sz="3600" spc="-10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отвечает</a:t>
            </a:r>
            <a:r>
              <a:rPr sz="3600" spc="-100" dirty="0">
                <a:latin typeface="+mn-lt"/>
                <a:cs typeface="Times New Roman"/>
              </a:rPr>
              <a:t> </a:t>
            </a:r>
            <a:r>
              <a:rPr sz="3600" spc="-25" dirty="0">
                <a:latin typeface="+mn-lt"/>
                <a:cs typeface="Times New Roman"/>
              </a:rPr>
              <a:t>за </a:t>
            </a:r>
            <a:r>
              <a:rPr sz="3600" dirty="0">
                <a:latin typeface="+mn-lt"/>
                <a:cs typeface="Times New Roman"/>
              </a:rPr>
              <a:t>распределение</a:t>
            </a:r>
            <a:r>
              <a:rPr sz="3600" spc="-7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вычислительных</a:t>
            </a:r>
            <a:r>
              <a:rPr sz="3600" spc="-6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ресурсов</a:t>
            </a:r>
            <a:r>
              <a:rPr sz="3600" spc="-6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между</a:t>
            </a:r>
            <a:r>
              <a:rPr sz="3600" spc="-6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различными</a:t>
            </a:r>
            <a:r>
              <a:rPr sz="3600" spc="-60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приложениями</a:t>
            </a:r>
            <a:endParaRPr sz="3600" dirty="0">
              <a:latin typeface="+mn-lt"/>
              <a:cs typeface="Times New Roman"/>
            </a:endParaRPr>
          </a:p>
          <a:p>
            <a:pPr marL="808355" marR="6104255" indent="-796290">
              <a:lnSpc>
                <a:spcPct val="116199"/>
              </a:lnSpc>
              <a:spcBef>
                <a:spcPts val="1980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spc="-10" dirty="0">
                <a:latin typeface="+mn-lt"/>
                <a:cs typeface="Times New Roman"/>
              </a:rPr>
              <a:t>Универсальная</a:t>
            </a:r>
            <a:r>
              <a:rPr sz="3600" spc="-15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платформа</a:t>
            </a:r>
            <a:r>
              <a:rPr sz="3600" spc="-15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для</a:t>
            </a:r>
            <a:r>
              <a:rPr sz="3600" spc="-150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запуска </a:t>
            </a:r>
            <a:r>
              <a:rPr sz="3600" dirty="0">
                <a:latin typeface="+mn-lt"/>
                <a:cs typeface="Times New Roman"/>
              </a:rPr>
              <a:t>различных</a:t>
            </a:r>
            <a:r>
              <a:rPr sz="3600" spc="-7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вычислительных</a:t>
            </a:r>
            <a:r>
              <a:rPr sz="3600" spc="-6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фреймворков</a:t>
            </a:r>
            <a:endParaRPr sz="3600" dirty="0">
              <a:latin typeface="+mn-lt"/>
              <a:cs typeface="Times New Roman"/>
            </a:endParaRPr>
          </a:p>
          <a:p>
            <a:pPr marL="808355" indent="-795655">
              <a:lnSpc>
                <a:spcPct val="100000"/>
              </a:lnSpc>
              <a:spcBef>
                <a:spcPts val="2675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spc="-25" dirty="0">
                <a:latin typeface="+mn-lt"/>
                <a:cs typeface="Times New Roman"/>
              </a:rPr>
              <a:t>Гибкое</a:t>
            </a:r>
            <a:r>
              <a:rPr sz="3600" spc="-15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управление</a:t>
            </a:r>
            <a:r>
              <a:rPr sz="3600" spc="-14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ресурсами</a:t>
            </a:r>
            <a:endParaRPr sz="3600" dirty="0">
              <a:latin typeface="+mn-lt"/>
              <a:cs typeface="Times New Roman"/>
            </a:endParaRPr>
          </a:p>
          <a:p>
            <a:pPr marL="808355" indent="-795655">
              <a:lnSpc>
                <a:spcPct val="100000"/>
              </a:lnSpc>
              <a:spcBef>
                <a:spcPts val="2680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dirty="0">
                <a:latin typeface="+mn-lt"/>
                <a:cs typeface="Times New Roman"/>
              </a:rPr>
              <a:t>Высокая</a:t>
            </a:r>
            <a:r>
              <a:rPr sz="3600" spc="-9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масштабируемость</a:t>
            </a:r>
            <a:endParaRPr sz="3600" dirty="0">
              <a:latin typeface="+mn-lt"/>
              <a:cs typeface="Times New Roman"/>
            </a:endParaRPr>
          </a:p>
          <a:p>
            <a:pPr marL="808355" indent="-795655">
              <a:lnSpc>
                <a:spcPct val="100000"/>
              </a:lnSpc>
              <a:spcBef>
                <a:spcPts val="1625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spc="-10" dirty="0">
                <a:latin typeface="+mn-lt"/>
                <a:cs typeface="Times New Roman"/>
              </a:rPr>
              <a:t>Отказоустойчивость</a:t>
            </a:r>
            <a:endParaRPr sz="3600" dirty="0">
              <a:latin typeface="+mn-lt"/>
              <a:cs typeface="Times New Roman"/>
            </a:endParaRPr>
          </a:p>
          <a:p>
            <a:pPr marL="808355" indent="-795655">
              <a:lnSpc>
                <a:spcPct val="100000"/>
              </a:lnSpc>
              <a:spcBef>
                <a:spcPts val="2510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dirty="0">
                <a:latin typeface="+mn-lt"/>
                <a:cs typeface="Times New Roman"/>
              </a:rPr>
              <a:t>Поддержка</a:t>
            </a:r>
            <a:r>
              <a:rPr sz="3600" spc="-120" dirty="0">
                <a:latin typeface="+mn-lt"/>
                <a:cs typeface="Times New Roman"/>
              </a:rPr>
              <a:t> </a:t>
            </a:r>
            <a:r>
              <a:rPr sz="3600" spc="-30" dirty="0">
                <a:latin typeface="+mn-lt"/>
                <a:cs typeface="Times New Roman"/>
              </a:rPr>
              <a:t>многопользовательского</a:t>
            </a:r>
            <a:r>
              <a:rPr sz="3600" spc="-110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режима</a:t>
            </a:r>
            <a:endParaRPr sz="3600" dirty="0">
              <a:latin typeface="+mn-lt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47FAB8-BBF0-C5CD-8C4B-2CA5AE6CA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5C15A04-3DAA-6531-D9AF-310046D91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927" y="23896"/>
            <a:ext cx="10099823" cy="11285454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C33576B7-9F8A-511E-92D0-D287607594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844550" y="396875"/>
            <a:ext cx="11452225" cy="1338187"/>
          </a:xfrm>
          <a:prstGeom prst="rect">
            <a:avLst/>
          </a:prstGeom>
        </p:spPr>
        <p:txBody>
          <a:bodyPr vert="horz" wrap="square" lIns="0" tIns="273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5"/>
              </a:spcBef>
            </a:pPr>
            <a:r>
              <a:rPr lang="en-US" spc="-110" dirty="0">
                <a:latin typeface="+mn-lt"/>
              </a:rPr>
              <a:t>MapReduce vs Spark</a:t>
            </a:r>
            <a:endParaRPr spc="-10" dirty="0">
              <a:latin typeface="+mn-l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06585AF-4DB0-D4D6-320D-6A597F8621F2}"/>
              </a:ext>
            </a:extLst>
          </p:cNvPr>
          <p:cNvSpPr txBox="1"/>
          <p:nvPr/>
        </p:nvSpPr>
        <p:spPr>
          <a:xfrm>
            <a:off x="1034389" y="2987675"/>
            <a:ext cx="8331862" cy="44955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lang="ru-RU" sz="3600" spc="-40" dirty="0">
                <a:latin typeface="+mn-lt"/>
                <a:cs typeface="Georgia"/>
              </a:rPr>
              <a:t>1. Производительность в</a:t>
            </a:r>
            <a:r>
              <a:rPr lang="en-US" sz="3600" spc="-40" dirty="0">
                <a:latin typeface="+mn-lt"/>
                <a:cs typeface="Georgia"/>
              </a:rPr>
              <a:t> 100</a:t>
            </a:r>
            <a:r>
              <a:rPr lang="ru-RU" sz="3600" spc="-40" dirty="0">
                <a:latin typeface="+mn-lt"/>
                <a:cs typeface="Georgia"/>
              </a:rPr>
              <a:t> раз выше</a:t>
            </a:r>
            <a:endParaRPr lang="en-US" sz="3600" spc="-40" dirty="0">
              <a:latin typeface="+mn-lt"/>
              <a:cs typeface="Times New Roman"/>
            </a:endParaRPr>
          </a:p>
          <a:p>
            <a:pPr marL="12700" marR="5080">
              <a:lnSpc>
                <a:spcPct val="116199"/>
              </a:lnSpc>
              <a:spcBef>
                <a:spcPts val="90"/>
              </a:spcBef>
            </a:pPr>
            <a:endParaRPr lang="ru-RU" sz="3600" b="1" spc="-40" dirty="0">
              <a:latin typeface="+mn-lt"/>
              <a:cs typeface="Times New Roman"/>
            </a:endParaRPr>
          </a:p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lang="en-US" sz="3600" b="1" spc="-40" dirty="0">
                <a:latin typeface="+mn-lt"/>
                <a:cs typeface="Times New Roman"/>
              </a:rPr>
              <a:t>MapReduce</a:t>
            </a:r>
            <a:r>
              <a:rPr lang="en-US" sz="3600" spc="-40" dirty="0">
                <a:latin typeface="+mn-lt"/>
                <a:cs typeface="Times New Roman"/>
              </a:rPr>
              <a:t> </a:t>
            </a:r>
            <a:r>
              <a:rPr lang="ru-RU" sz="3600" spc="-40" dirty="0">
                <a:latin typeface="+mn-lt"/>
                <a:cs typeface="Times New Roman"/>
              </a:rPr>
              <a:t>записывает данные на диске между шагами</a:t>
            </a:r>
          </a:p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lang="en-US" sz="3600" b="1" spc="-40" dirty="0">
                <a:latin typeface="+mn-lt"/>
                <a:cs typeface="Times New Roman"/>
              </a:rPr>
              <a:t>Spark</a:t>
            </a:r>
            <a:r>
              <a:rPr lang="ru-RU" sz="3600" spc="-40" dirty="0">
                <a:latin typeface="+mn-lt"/>
                <a:cs typeface="Times New Roman"/>
              </a:rPr>
              <a:t> хранит промежуточные вычисления в оперативной памяти </a:t>
            </a:r>
            <a:r>
              <a:rPr lang="en-US" sz="3600" spc="-40" dirty="0">
                <a:latin typeface="+mn-lt"/>
                <a:cs typeface="Times New Roman"/>
              </a:rPr>
              <a:t>(in-memory)</a:t>
            </a:r>
            <a:r>
              <a:rPr lang="ru-RU" sz="3600" spc="-40" dirty="0">
                <a:latin typeface="+mn-lt"/>
                <a:cs typeface="Times New Roman"/>
              </a:rPr>
              <a:t> + встроенная оптимизация</a:t>
            </a:r>
            <a:endParaRPr lang="ru-RU" sz="3600" spc="-40" dirty="0">
              <a:latin typeface="+mn-lt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160415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008DC-FD7E-356F-0F76-3D60B5542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01ECC7-18DC-7734-47D7-4DE72A253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927" y="23896"/>
            <a:ext cx="10099823" cy="11285454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5CB75736-F628-C2A2-E8E2-075885B301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844550" y="396875"/>
            <a:ext cx="11452225" cy="1338187"/>
          </a:xfrm>
          <a:prstGeom prst="rect">
            <a:avLst/>
          </a:prstGeom>
        </p:spPr>
        <p:txBody>
          <a:bodyPr vert="horz" wrap="square" lIns="0" tIns="273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5"/>
              </a:spcBef>
            </a:pPr>
            <a:r>
              <a:rPr lang="en-US" spc="-110" dirty="0">
                <a:latin typeface="+mn-lt"/>
              </a:rPr>
              <a:t>MapReduce vs Spark</a:t>
            </a:r>
            <a:endParaRPr spc="-10" dirty="0">
              <a:latin typeface="+mn-l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89E409E1-25EC-A0C6-0C4E-128D7A38F713}"/>
              </a:ext>
            </a:extLst>
          </p:cNvPr>
          <p:cNvSpPr txBox="1"/>
          <p:nvPr/>
        </p:nvSpPr>
        <p:spPr>
          <a:xfrm>
            <a:off x="1034389" y="2987675"/>
            <a:ext cx="8331862" cy="385297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lang="ru-RU" sz="3600" spc="-40" dirty="0">
                <a:latin typeface="+mn-lt"/>
                <a:cs typeface="Georgia"/>
              </a:rPr>
              <a:t>2. Гибкость</a:t>
            </a:r>
            <a:endParaRPr lang="en-US" sz="3600" spc="-40" dirty="0">
              <a:latin typeface="+mn-lt"/>
              <a:cs typeface="Times New Roman"/>
            </a:endParaRPr>
          </a:p>
          <a:p>
            <a:pPr marL="12700" marR="5080">
              <a:lnSpc>
                <a:spcPct val="116199"/>
              </a:lnSpc>
              <a:spcBef>
                <a:spcPts val="90"/>
              </a:spcBef>
            </a:pPr>
            <a:endParaRPr lang="ru-RU" sz="3600" b="1" spc="-40" dirty="0">
              <a:latin typeface="+mn-lt"/>
              <a:cs typeface="Times New Roman"/>
            </a:endParaRPr>
          </a:p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lang="en-US" sz="3600" b="1" spc="-40" dirty="0">
                <a:latin typeface="+mn-lt"/>
                <a:cs typeface="Times New Roman"/>
              </a:rPr>
              <a:t>MapReduce</a:t>
            </a:r>
            <a:r>
              <a:rPr lang="en-US" sz="3600" spc="-40" dirty="0">
                <a:latin typeface="+mn-lt"/>
                <a:cs typeface="Times New Roman"/>
              </a:rPr>
              <a:t> </a:t>
            </a:r>
            <a:r>
              <a:rPr lang="ru-RU" sz="3600" spc="-40" dirty="0">
                <a:latin typeface="+mn-lt"/>
                <a:cs typeface="Times New Roman"/>
              </a:rPr>
              <a:t>требует более низкоуровневого программирования</a:t>
            </a:r>
          </a:p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lang="en-US" sz="3600" b="1" spc="-40" dirty="0">
                <a:latin typeface="+mn-lt"/>
                <a:cs typeface="Times New Roman"/>
              </a:rPr>
              <a:t>Spark</a:t>
            </a:r>
            <a:r>
              <a:rPr lang="ru-RU" sz="3600" b="1" spc="-40" dirty="0">
                <a:latin typeface="+mn-lt"/>
                <a:cs typeface="Times New Roman"/>
              </a:rPr>
              <a:t> </a:t>
            </a:r>
            <a:r>
              <a:rPr lang="en-US" sz="3600" b="1" spc="-40" dirty="0">
                <a:latin typeface="+mn-lt"/>
                <a:cs typeface="Times New Roman"/>
              </a:rPr>
              <a:t>API</a:t>
            </a:r>
            <a:r>
              <a:rPr lang="ru-RU" sz="3600" spc="-40" dirty="0">
                <a:latin typeface="+mn-lt"/>
                <a:cs typeface="Times New Roman"/>
              </a:rPr>
              <a:t> предоставляет использование ЯП</a:t>
            </a:r>
            <a:r>
              <a:rPr lang="en-US" sz="3600" spc="-40" dirty="0">
                <a:latin typeface="+mn-lt"/>
                <a:cs typeface="Times New Roman"/>
              </a:rPr>
              <a:t>:</a:t>
            </a:r>
            <a:r>
              <a:rPr lang="ru-RU" sz="3600" spc="-40" dirty="0">
                <a:latin typeface="+mn-lt"/>
                <a:cs typeface="Times New Roman"/>
              </a:rPr>
              <a:t> </a:t>
            </a:r>
            <a:r>
              <a:rPr lang="en-US" sz="3600" spc="-40" dirty="0">
                <a:latin typeface="+mn-lt"/>
                <a:cs typeface="Times New Roman"/>
              </a:rPr>
              <a:t>Scala, Python, Java</a:t>
            </a:r>
            <a:r>
              <a:rPr lang="ru-RU" sz="3600" spc="-40" dirty="0">
                <a:latin typeface="+mn-lt"/>
                <a:cs typeface="Times New Roman"/>
              </a:rPr>
              <a:t>, </a:t>
            </a:r>
            <a:r>
              <a:rPr lang="en-US" sz="3600" spc="-40" dirty="0">
                <a:latin typeface="+mn-lt"/>
                <a:cs typeface="Times New Roman"/>
              </a:rPr>
              <a:t>SQL</a:t>
            </a:r>
            <a:endParaRPr lang="ru-RU" sz="3600" spc="-40" dirty="0">
              <a:latin typeface="+mn-lt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531915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BF7A41-2C4E-596F-16C6-6ED55C516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131C49-5244-F446-FA51-3140D5602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927" y="23896"/>
            <a:ext cx="10099823" cy="11285454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8F7DF184-B088-1F8D-0F3A-D010523A1B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844550" y="396875"/>
            <a:ext cx="11452225" cy="1338187"/>
          </a:xfrm>
          <a:prstGeom prst="rect">
            <a:avLst/>
          </a:prstGeom>
        </p:spPr>
        <p:txBody>
          <a:bodyPr vert="horz" wrap="square" lIns="0" tIns="273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5"/>
              </a:spcBef>
            </a:pPr>
            <a:r>
              <a:rPr lang="en-US" spc="-110" dirty="0">
                <a:latin typeface="+mn-lt"/>
              </a:rPr>
              <a:t>MapReduce vs Spark</a:t>
            </a:r>
            <a:endParaRPr spc="-10" dirty="0">
              <a:latin typeface="+mn-l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3BFA022A-D136-B4B8-57C6-F07E2E83B793}"/>
              </a:ext>
            </a:extLst>
          </p:cNvPr>
          <p:cNvSpPr txBox="1"/>
          <p:nvPr/>
        </p:nvSpPr>
        <p:spPr>
          <a:xfrm>
            <a:off x="1034389" y="2987675"/>
            <a:ext cx="8331862" cy="513820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lang="ru-RU" sz="3600" spc="-40" dirty="0">
                <a:latin typeface="+mn-lt"/>
                <a:cs typeface="Georgia"/>
              </a:rPr>
              <a:t>3. Удобство разработки</a:t>
            </a:r>
            <a:endParaRPr lang="en-US" sz="3600" spc="-40" dirty="0">
              <a:latin typeface="+mn-lt"/>
              <a:cs typeface="Times New Roman"/>
            </a:endParaRPr>
          </a:p>
          <a:p>
            <a:pPr marL="12700" marR="5080">
              <a:lnSpc>
                <a:spcPct val="116199"/>
              </a:lnSpc>
              <a:spcBef>
                <a:spcPts val="90"/>
              </a:spcBef>
            </a:pPr>
            <a:endParaRPr lang="ru-RU" sz="3600" b="1" spc="-40" dirty="0">
              <a:latin typeface="+mn-lt"/>
              <a:cs typeface="Times New Roman"/>
            </a:endParaRPr>
          </a:p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lang="en-US" sz="3600" b="1" spc="-40" dirty="0">
                <a:latin typeface="+mn-lt"/>
                <a:cs typeface="Times New Roman"/>
              </a:rPr>
              <a:t>Spark</a:t>
            </a:r>
            <a:r>
              <a:rPr lang="en-US" sz="3600" spc="-40" dirty="0">
                <a:latin typeface="+mn-lt"/>
                <a:cs typeface="Times New Roman"/>
              </a:rPr>
              <a:t> </a:t>
            </a:r>
            <a:r>
              <a:rPr lang="ru-RU" sz="3600" spc="-40" dirty="0">
                <a:latin typeface="+mn-lt"/>
                <a:cs typeface="Times New Roman"/>
              </a:rPr>
              <a:t>предлагает абстракцию </a:t>
            </a:r>
            <a:r>
              <a:rPr lang="en-US" sz="3600" spc="-40" dirty="0">
                <a:latin typeface="+mn-lt"/>
                <a:cs typeface="Times New Roman"/>
              </a:rPr>
              <a:t>RDD</a:t>
            </a:r>
            <a:r>
              <a:rPr lang="ru-RU" sz="3600" spc="-40" dirty="0">
                <a:latin typeface="+mn-lt"/>
                <a:cs typeface="Times New Roman"/>
              </a:rPr>
              <a:t> и </a:t>
            </a:r>
            <a:r>
              <a:rPr lang="en-US" sz="3600" spc="-40" dirty="0" err="1">
                <a:latin typeface="+mn-lt"/>
                <a:cs typeface="Times New Roman"/>
              </a:rPr>
              <a:t>DataFrame</a:t>
            </a:r>
            <a:r>
              <a:rPr lang="ru-RU" sz="3600" spc="-40" dirty="0">
                <a:latin typeface="+mn-lt"/>
                <a:cs typeface="Times New Roman"/>
              </a:rPr>
              <a:t> для более высокоуровневой трансформации данных </a:t>
            </a:r>
          </a:p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lang="ru-RU" sz="3600" spc="-40" dirty="0">
                <a:latin typeface="+mn-lt"/>
                <a:cs typeface="Times New Roman"/>
              </a:rPr>
              <a:t>В </a:t>
            </a:r>
            <a:r>
              <a:rPr lang="en-US" sz="3600" b="1" spc="-40" dirty="0">
                <a:latin typeface="+mn-lt"/>
                <a:cs typeface="Times New Roman"/>
              </a:rPr>
              <a:t>Spark</a:t>
            </a:r>
            <a:r>
              <a:rPr lang="ru-RU" sz="3600" b="1" spc="-40" dirty="0">
                <a:latin typeface="+mn-lt"/>
                <a:cs typeface="Times New Roman"/>
              </a:rPr>
              <a:t> </a:t>
            </a:r>
            <a:r>
              <a:rPr lang="ru-RU" sz="3600" spc="-40" dirty="0">
                <a:latin typeface="+mn-lt"/>
                <a:cs typeface="Times New Roman"/>
              </a:rPr>
              <a:t>можно запускать задачи через</a:t>
            </a:r>
            <a:r>
              <a:rPr lang="en-US" sz="3600" spc="-40" dirty="0">
                <a:latin typeface="+mn-lt"/>
                <a:cs typeface="Times New Roman"/>
              </a:rPr>
              <a:t> </a:t>
            </a:r>
            <a:r>
              <a:rPr lang="ru-RU" sz="3600" spc="-40" dirty="0">
                <a:latin typeface="+mn-lt"/>
                <a:cs typeface="Times New Roman"/>
              </a:rPr>
              <a:t>интерфейсы</a:t>
            </a:r>
            <a:r>
              <a:rPr lang="en-US" sz="3600" spc="-40" dirty="0">
                <a:latin typeface="+mn-lt"/>
                <a:cs typeface="Times New Roman"/>
              </a:rPr>
              <a:t>: Spark Shell </a:t>
            </a:r>
            <a:r>
              <a:rPr lang="ru-RU" sz="3600" spc="-40" dirty="0">
                <a:latin typeface="+mn-lt"/>
                <a:cs typeface="Times New Roman"/>
              </a:rPr>
              <a:t>или </a:t>
            </a:r>
            <a:r>
              <a:rPr lang="en-US" sz="3600" spc="-40" dirty="0" err="1">
                <a:latin typeface="+mn-lt"/>
                <a:cs typeface="Times New Roman"/>
              </a:rPr>
              <a:t>Jupyter</a:t>
            </a:r>
            <a:r>
              <a:rPr lang="en-US" sz="3600" spc="-40" dirty="0">
                <a:latin typeface="+mn-lt"/>
                <a:cs typeface="Times New Roman"/>
              </a:rPr>
              <a:t> Notebooks</a:t>
            </a:r>
            <a:endParaRPr lang="ru-RU" sz="3600" spc="-40" dirty="0">
              <a:latin typeface="+mn-lt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487989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69DF90-81F4-8294-D1B9-3D543F55A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3B4E2A-E144-2F06-D87C-CDC651097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927" y="23896"/>
            <a:ext cx="10099823" cy="11285454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AAD65749-A5B4-E058-5E28-60D62F4EB7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844550" y="396875"/>
            <a:ext cx="11452225" cy="1338187"/>
          </a:xfrm>
          <a:prstGeom prst="rect">
            <a:avLst/>
          </a:prstGeom>
        </p:spPr>
        <p:txBody>
          <a:bodyPr vert="horz" wrap="square" lIns="0" tIns="273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5"/>
              </a:spcBef>
            </a:pPr>
            <a:r>
              <a:rPr lang="en-US" spc="-110" dirty="0">
                <a:latin typeface="+mn-lt"/>
              </a:rPr>
              <a:t>MapReduce vs Spark</a:t>
            </a:r>
            <a:endParaRPr spc="-10" dirty="0">
              <a:latin typeface="+mn-l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DA772669-3B36-3F8E-DAF6-F3AE76108391}"/>
              </a:ext>
            </a:extLst>
          </p:cNvPr>
          <p:cNvSpPr txBox="1"/>
          <p:nvPr/>
        </p:nvSpPr>
        <p:spPr>
          <a:xfrm>
            <a:off x="1034389" y="2987675"/>
            <a:ext cx="8331862" cy="774712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lang="ru-RU" sz="3600" spc="-40" dirty="0">
                <a:latin typeface="+mn-lt"/>
                <a:cs typeface="Georgia"/>
              </a:rPr>
              <a:t>4. Экосистема</a:t>
            </a:r>
            <a:endParaRPr lang="en-US" sz="3600" spc="-40" dirty="0">
              <a:latin typeface="+mn-lt"/>
              <a:cs typeface="Times New Roman"/>
            </a:endParaRPr>
          </a:p>
          <a:p>
            <a:pPr marL="12700" marR="5080">
              <a:lnSpc>
                <a:spcPct val="116199"/>
              </a:lnSpc>
              <a:spcBef>
                <a:spcPts val="90"/>
              </a:spcBef>
            </a:pPr>
            <a:endParaRPr lang="ru-RU" sz="3600" b="1" spc="-40" dirty="0">
              <a:latin typeface="+mn-lt"/>
              <a:cs typeface="Times New Roman"/>
            </a:endParaRPr>
          </a:p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lang="en-US" sz="3600" b="1" spc="-40" dirty="0">
                <a:latin typeface="+mn-lt"/>
                <a:cs typeface="Times New Roman"/>
              </a:rPr>
              <a:t>Spark</a:t>
            </a:r>
            <a:r>
              <a:rPr lang="ru-RU" sz="3600" b="1" spc="-40" dirty="0">
                <a:latin typeface="+mn-lt"/>
                <a:cs typeface="Times New Roman"/>
              </a:rPr>
              <a:t> </a:t>
            </a:r>
            <a:r>
              <a:rPr lang="en-US" sz="3600" b="1" spc="-40" dirty="0">
                <a:latin typeface="+mn-lt"/>
                <a:cs typeface="Times New Roman"/>
              </a:rPr>
              <a:t>SQL:</a:t>
            </a:r>
            <a:r>
              <a:rPr lang="en-US" sz="3600" spc="-40" dirty="0">
                <a:latin typeface="+mn-lt"/>
                <a:cs typeface="Times New Roman"/>
              </a:rPr>
              <a:t> </a:t>
            </a:r>
            <a:r>
              <a:rPr lang="ru-RU" sz="3600" spc="-40" dirty="0">
                <a:latin typeface="+mn-lt"/>
                <a:cs typeface="Times New Roman"/>
              </a:rPr>
              <a:t>для работы с данными в стиле реляционных БД.</a:t>
            </a:r>
          </a:p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lang="en-US" sz="3600" b="1" spc="-40" dirty="0" err="1">
                <a:latin typeface="+mn-lt"/>
                <a:cs typeface="Times New Roman"/>
              </a:rPr>
              <a:t>MLlib</a:t>
            </a:r>
            <a:r>
              <a:rPr lang="en-US" sz="3600" b="1" spc="-40" dirty="0">
                <a:latin typeface="+mn-lt"/>
                <a:cs typeface="Times New Roman"/>
              </a:rPr>
              <a:t>:</a:t>
            </a:r>
            <a:r>
              <a:rPr lang="ru-RU" sz="3600" spc="-40" dirty="0">
                <a:latin typeface="+mn-lt"/>
                <a:cs typeface="Times New Roman"/>
              </a:rPr>
              <a:t> для машинного обучения</a:t>
            </a:r>
            <a:endParaRPr lang="en-US" sz="3600" spc="-40" dirty="0">
              <a:latin typeface="+mn-lt"/>
              <a:cs typeface="Times New Roman"/>
            </a:endParaRPr>
          </a:p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lang="en-US" sz="3600" b="1" spc="-40" dirty="0" err="1">
                <a:latin typeface="+mn-lt"/>
                <a:cs typeface="Times New Roman"/>
              </a:rPr>
              <a:t>GraphX</a:t>
            </a:r>
            <a:r>
              <a:rPr lang="en-US" sz="3600" b="1" spc="-40" dirty="0">
                <a:latin typeface="+mn-lt"/>
                <a:cs typeface="Times New Roman"/>
              </a:rPr>
              <a:t>:</a:t>
            </a:r>
            <a:r>
              <a:rPr lang="en-US" sz="3600" spc="-40" dirty="0">
                <a:latin typeface="+mn-lt"/>
                <a:cs typeface="Times New Roman"/>
              </a:rPr>
              <a:t> </a:t>
            </a:r>
            <a:r>
              <a:rPr lang="ru-RU" sz="3600" spc="-40" dirty="0">
                <a:latin typeface="+mn-lt"/>
                <a:cs typeface="Times New Roman"/>
              </a:rPr>
              <a:t>для работы с графами</a:t>
            </a:r>
          </a:p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lang="en-US" sz="3600" b="1" spc="-40" dirty="0">
                <a:latin typeface="+mn-lt"/>
                <a:cs typeface="Times New Roman"/>
              </a:rPr>
              <a:t>Spark Structured Streaming:</a:t>
            </a:r>
            <a:r>
              <a:rPr lang="en-US" sz="3600" spc="-40" dirty="0">
                <a:latin typeface="+mn-lt"/>
                <a:cs typeface="Times New Roman"/>
              </a:rPr>
              <a:t> </a:t>
            </a:r>
            <a:r>
              <a:rPr lang="ru-RU" sz="3600" spc="-40" dirty="0">
                <a:latin typeface="+mn-lt"/>
                <a:cs typeface="Times New Roman"/>
              </a:rPr>
              <a:t>для более продвинутой потоковой обработки</a:t>
            </a:r>
          </a:p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lang="en-US" sz="3600" b="1" spc="-40" dirty="0">
                <a:latin typeface="+mn-lt"/>
                <a:cs typeface="Times New Roman"/>
              </a:rPr>
              <a:t>Web UI:</a:t>
            </a:r>
            <a:r>
              <a:rPr lang="ru-RU" sz="3600" b="1" spc="-40" dirty="0">
                <a:latin typeface="+mn-lt"/>
                <a:cs typeface="Times New Roman"/>
              </a:rPr>
              <a:t> </a:t>
            </a:r>
            <a:r>
              <a:rPr lang="en-US" sz="3600" spc="-40" dirty="0">
                <a:latin typeface="+mn-lt"/>
                <a:cs typeface="Times New Roman"/>
              </a:rPr>
              <a:t>Spark </a:t>
            </a:r>
            <a:r>
              <a:rPr lang="ru-RU" sz="3600" spc="-40" dirty="0">
                <a:latin typeface="+mn-lt"/>
                <a:cs typeface="Times New Roman"/>
              </a:rPr>
              <a:t>имеет встроенный веб-интерфейс, предоставляющий инфо о текущих и завершенных заданиях, стадиях выполнения, использовании ресурсов.</a:t>
            </a:r>
            <a:endParaRPr lang="ru-RU" sz="3600" b="1" spc="-40" dirty="0">
              <a:latin typeface="+mn-lt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747272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83C4B8-E65A-805C-E4A7-A34DC3EAE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F1F2A7-6641-B200-4A94-2CED3D186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927" y="23896"/>
            <a:ext cx="10099823" cy="11285454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5A4C57FA-07ED-D9FE-9028-7DBB813906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844550" y="396875"/>
            <a:ext cx="11452225" cy="1338187"/>
          </a:xfrm>
          <a:prstGeom prst="rect">
            <a:avLst/>
          </a:prstGeom>
        </p:spPr>
        <p:txBody>
          <a:bodyPr vert="horz" wrap="square" lIns="0" tIns="273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5"/>
              </a:spcBef>
            </a:pPr>
            <a:r>
              <a:rPr lang="en-US" spc="-110" dirty="0">
                <a:latin typeface="+mn-lt"/>
              </a:rPr>
              <a:t>MapReduce vs Spark</a:t>
            </a:r>
            <a:endParaRPr spc="-10" dirty="0">
              <a:latin typeface="+mn-l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F060202B-1110-4D44-DD6E-B14BB712C2FD}"/>
              </a:ext>
            </a:extLst>
          </p:cNvPr>
          <p:cNvSpPr txBox="1"/>
          <p:nvPr/>
        </p:nvSpPr>
        <p:spPr>
          <a:xfrm>
            <a:off x="1034389" y="2987675"/>
            <a:ext cx="8331862" cy="319779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lang="ru-RU" sz="3600" spc="-40" dirty="0">
                <a:latin typeface="+mn-lt"/>
                <a:cs typeface="Georgia"/>
              </a:rPr>
              <a:t>5. </a:t>
            </a:r>
            <a:r>
              <a:rPr lang="en-US" sz="3600" spc="-40" dirty="0">
                <a:latin typeface="+mn-lt"/>
                <a:cs typeface="Georgia"/>
              </a:rPr>
              <a:t>Spark </a:t>
            </a:r>
            <a:r>
              <a:rPr lang="ru-RU" sz="3600" spc="-40" dirty="0">
                <a:latin typeface="+mn-lt"/>
                <a:cs typeface="Georgia"/>
              </a:rPr>
              <a:t>является </a:t>
            </a:r>
            <a:r>
              <a:rPr lang="en-US" sz="3600" spc="-40" dirty="0">
                <a:latin typeface="+mn-lt"/>
                <a:cs typeface="Georgia"/>
              </a:rPr>
              <a:t>open-source </a:t>
            </a:r>
            <a:r>
              <a:rPr lang="ru-RU" sz="3600" spc="-40" dirty="0">
                <a:latin typeface="+mn-lt"/>
                <a:cs typeface="Georgia"/>
              </a:rPr>
              <a:t>проектом</a:t>
            </a:r>
            <a:endParaRPr lang="en-US" sz="3600" spc="-40" dirty="0">
              <a:latin typeface="+mn-lt"/>
              <a:cs typeface="Times New Roman"/>
            </a:endParaRPr>
          </a:p>
          <a:p>
            <a:pPr marL="12700" marR="5080">
              <a:lnSpc>
                <a:spcPct val="116199"/>
              </a:lnSpc>
              <a:spcBef>
                <a:spcPts val="90"/>
              </a:spcBef>
            </a:pPr>
            <a:endParaRPr lang="ru-RU" sz="3600" b="1" spc="-40" dirty="0">
              <a:latin typeface="+mn-lt"/>
              <a:cs typeface="Times New Roman"/>
            </a:endParaRPr>
          </a:p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lang="ru-RU" sz="3600" spc="-40" dirty="0">
                <a:latin typeface="+mn-lt"/>
                <a:cs typeface="Times New Roman"/>
              </a:rPr>
              <a:t>Благодаря этому была достигнута совместимость как с любыми файловыми системами, так и разными базами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2878851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36479" y="587869"/>
            <a:ext cx="5431155" cy="2026920"/>
          </a:xfrm>
          <a:prstGeom prst="rect">
            <a:avLst/>
          </a:prstGeom>
        </p:spPr>
        <p:txBody>
          <a:bodyPr vert="horz" wrap="square" lIns="0" tIns="273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5"/>
              </a:spcBef>
            </a:pPr>
            <a:r>
              <a:rPr dirty="0">
                <a:latin typeface="+mn-lt"/>
                <a:cs typeface="Arial Black"/>
              </a:rPr>
              <a:t>Apache Spark</a:t>
            </a:r>
          </a:p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sz="3600" dirty="0">
                <a:latin typeface="+mn-lt"/>
                <a:cs typeface="Arial Black"/>
              </a:rPr>
              <a:t>Driver &amp; Executor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8979" y="3103746"/>
            <a:ext cx="14059654" cy="7430535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960393-3EB8-F71B-69AE-B2E642EBA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76F0C24-3ED9-1AA0-29D7-AFC23D756F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3750" y="767720"/>
            <a:ext cx="10896600" cy="10778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dirty="0">
                <a:latin typeface="+mn-lt"/>
                <a:cs typeface="Arial Black"/>
              </a:rPr>
              <a:t>Apache Spark</a:t>
            </a:r>
            <a:endParaRPr dirty="0">
              <a:latin typeface="+mn-lt"/>
              <a:cs typeface="Arial Black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E90364F-23BA-91F1-C555-7DF355F3D8CC}"/>
              </a:ext>
            </a:extLst>
          </p:cNvPr>
          <p:cNvSpPr txBox="1">
            <a:spLocks/>
          </p:cNvSpPr>
          <p:nvPr/>
        </p:nvSpPr>
        <p:spPr>
          <a:xfrm>
            <a:off x="908050" y="2911475"/>
            <a:ext cx="18001611" cy="6439008"/>
          </a:xfrm>
          <a:prstGeom prst="rect">
            <a:avLst/>
          </a:prstGeom>
        </p:spPr>
        <p:txBody>
          <a:bodyPr vert="horz" wrap="square" lIns="0" tIns="60898" rIns="0" bIns="0" rtlCol="0">
            <a:spAutoFit/>
          </a:bodyPr>
          <a:lstStyle>
            <a:lvl1pPr marL="0">
              <a:defRPr sz="36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3335" marR="5080">
              <a:lnSpc>
                <a:spcPct val="116199"/>
              </a:lnSpc>
              <a:spcBef>
                <a:spcPts val="90"/>
              </a:spcBef>
            </a:pPr>
            <a:r>
              <a:rPr lang="ru-RU" sz="3200" b="1" dirty="0">
                <a:latin typeface="+mn-lt"/>
                <a:cs typeface="Arial"/>
              </a:rPr>
              <a:t>Основные определения</a:t>
            </a:r>
            <a:r>
              <a:rPr lang="en-US" sz="3200" b="1" dirty="0">
                <a:latin typeface="+mn-lt"/>
                <a:cs typeface="Arial"/>
              </a:rPr>
              <a:t>:</a:t>
            </a:r>
            <a:r>
              <a:rPr lang="ru-RU" sz="3200" b="1" dirty="0">
                <a:latin typeface="+mn-lt"/>
                <a:cs typeface="Arial"/>
              </a:rPr>
              <a:t> </a:t>
            </a:r>
          </a:p>
          <a:p>
            <a:pPr marL="13335" marR="5080">
              <a:lnSpc>
                <a:spcPct val="116199"/>
              </a:lnSpc>
              <a:spcBef>
                <a:spcPts val="90"/>
              </a:spcBef>
            </a:pPr>
            <a:endParaRPr lang="ru-RU" sz="3200" b="1" dirty="0">
              <a:latin typeface="+mn-lt"/>
              <a:cs typeface="Arial" panose="020B0604020202020204" pitchFamily="34" charset="0"/>
            </a:endParaRPr>
          </a:p>
          <a:p>
            <a:pPr marL="13335" marR="5080">
              <a:lnSpc>
                <a:spcPct val="116199"/>
              </a:lnSpc>
              <a:spcBef>
                <a:spcPts val="90"/>
              </a:spcBef>
            </a:pPr>
            <a:r>
              <a:rPr lang="en-US" sz="3200" b="1" dirty="0">
                <a:latin typeface="+mn-lt"/>
                <a:cs typeface="Arial" panose="020B0604020202020204" pitchFamily="34" charset="0"/>
              </a:rPr>
              <a:t>Application</a:t>
            </a:r>
            <a:r>
              <a:rPr lang="en-US" sz="3200" dirty="0">
                <a:latin typeface="+mn-lt"/>
                <a:cs typeface="Arial" panose="020B0604020202020204" pitchFamily="34" charset="0"/>
              </a:rPr>
              <a:t> </a:t>
            </a:r>
            <a:r>
              <a:rPr lang="ru-RU" sz="3200" dirty="0">
                <a:latin typeface="+mn-lt"/>
                <a:cs typeface="Arial" panose="020B0604020202020204" pitchFamily="34" charset="0"/>
              </a:rPr>
              <a:t>– приложение, поверх </a:t>
            </a:r>
            <a:r>
              <a:rPr lang="en-US" sz="3200" dirty="0">
                <a:latin typeface="+mn-lt"/>
                <a:cs typeface="Arial" panose="020B0604020202020204" pitchFamily="34" charset="0"/>
              </a:rPr>
              <a:t>Spark API</a:t>
            </a:r>
            <a:r>
              <a:rPr lang="ru-RU" sz="3200" dirty="0">
                <a:latin typeface="+mn-lt"/>
                <a:cs typeface="Arial" panose="020B0604020202020204" pitchFamily="34" charset="0"/>
              </a:rPr>
              <a:t>, которое состоит из </a:t>
            </a:r>
            <a:r>
              <a:rPr lang="en-US" sz="3200" b="1" dirty="0">
                <a:latin typeface="+mn-lt"/>
                <a:cs typeface="Arial" panose="020B0604020202020204" pitchFamily="34" charset="0"/>
              </a:rPr>
              <a:t>Driver </a:t>
            </a:r>
            <a:r>
              <a:rPr lang="ru-RU" sz="3200" dirty="0">
                <a:latin typeface="+mn-lt"/>
                <a:cs typeface="Arial" panose="020B0604020202020204" pitchFamily="34" charset="0"/>
              </a:rPr>
              <a:t>и </a:t>
            </a:r>
            <a:r>
              <a:rPr lang="en-US" sz="3200" b="1" dirty="0">
                <a:latin typeface="+mn-lt"/>
                <a:cs typeface="Arial" panose="020B0604020202020204" pitchFamily="34" charset="0"/>
              </a:rPr>
              <a:t>Executors</a:t>
            </a:r>
            <a:r>
              <a:rPr lang="ru-RU" sz="3200" dirty="0">
                <a:latin typeface="+mn-lt"/>
                <a:cs typeface="Arial" panose="020B0604020202020204" pitchFamily="34" charset="0"/>
              </a:rPr>
              <a:t> на кластере</a:t>
            </a:r>
          </a:p>
          <a:p>
            <a:pPr marL="13335" marR="5080">
              <a:lnSpc>
                <a:spcPct val="116199"/>
              </a:lnSpc>
              <a:spcBef>
                <a:spcPts val="90"/>
              </a:spcBef>
            </a:pPr>
            <a:endParaRPr lang="ru-RU" sz="3200" b="1" dirty="0">
              <a:latin typeface="+mn-lt"/>
              <a:cs typeface="Arial" panose="020B0604020202020204" pitchFamily="34" charset="0"/>
            </a:endParaRPr>
          </a:p>
          <a:p>
            <a:pPr marL="13335" marR="5080">
              <a:lnSpc>
                <a:spcPct val="116199"/>
              </a:lnSpc>
              <a:spcBef>
                <a:spcPts val="90"/>
              </a:spcBef>
            </a:pPr>
            <a:r>
              <a:rPr lang="en-US" sz="3200" b="1" dirty="0" err="1">
                <a:latin typeface="+mn-lt"/>
                <a:cs typeface="Arial" panose="020B0604020202020204" pitchFamily="34" charset="0"/>
              </a:rPr>
              <a:t>SparkSession</a:t>
            </a:r>
            <a:r>
              <a:rPr lang="en-US" sz="3200" dirty="0">
                <a:latin typeface="+mn-lt"/>
                <a:cs typeface="Arial" panose="020B0604020202020204" pitchFamily="34" charset="0"/>
              </a:rPr>
              <a:t> </a:t>
            </a:r>
            <a:r>
              <a:rPr lang="ru-RU" sz="3200" dirty="0">
                <a:latin typeface="+mn-lt"/>
                <a:cs typeface="Arial" panose="020B0604020202020204" pitchFamily="34" charset="0"/>
              </a:rPr>
              <a:t>– точка входа, позволяющая взаимодействовать со </a:t>
            </a:r>
            <a:r>
              <a:rPr lang="en-US" sz="3200" dirty="0">
                <a:latin typeface="+mn-lt"/>
                <a:cs typeface="Arial" panose="020B0604020202020204" pitchFamily="34" charset="0"/>
              </a:rPr>
              <a:t>Spark </a:t>
            </a:r>
            <a:r>
              <a:rPr lang="ru-RU" sz="3200" dirty="0">
                <a:latin typeface="+mn-lt"/>
                <a:cs typeface="Arial" panose="020B0604020202020204" pitchFamily="34" charset="0"/>
              </a:rPr>
              <a:t>с помощью </a:t>
            </a:r>
            <a:r>
              <a:rPr lang="en-US" sz="3200" dirty="0">
                <a:latin typeface="+mn-lt"/>
                <a:cs typeface="Arial" panose="020B0604020202020204" pitchFamily="34" charset="0"/>
              </a:rPr>
              <a:t>API</a:t>
            </a:r>
            <a:endParaRPr lang="ru-RU" sz="3200" dirty="0">
              <a:latin typeface="+mn-lt"/>
              <a:cs typeface="Arial" panose="020B0604020202020204" pitchFamily="34" charset="0"/>
            </a:endParaRPr>
          </a:p>
          <a:p>
            <a:pPr marL="13335" marR="5080">
              <a:lnSpc>
                <a:spcPct val="116199"/>
              </a:lnSpc>
              <a:spcBef>
                <a:spcPts val="90"/>
              </a:spcBef>
            </a:pPr>
            <a:endParaRPr lang="ru-RU" sz="3200" dirty="0">
              <a:latin typeface="+mn-lt"/>
              <a:cs typeface="Arial" panose="020B0604020202020204" pitchFamily="34" charset="0"/>
            </a:endParaRPr>
          </a:p>
          <a:p>
            <a:pPr marL="13335" marR="5080">
              <a:lnSpc>
                <a:spcPct val="116199"/>
              </a:lnSpc>
              <a:spcBef>
                <a:spcPts val="90"/>
              </a:spcBef>
            </a:pPr>
            <a:r>
              <a:rPr lang="en-US" sz="3200" b="1" dirty="0">
                <a:latin typeface="+mn-lt"/>
                <a:cs typeface="Arial" panose="020B0604020202020204" pitchFamily="34" charset="0"/>
              </a:rPr>
              <a:t>Job</a:t>
            </a:r>
            <a:r>
              <a:rPr lang="en-US" sz="3200" dirty="0">
                <a:latin typeface="+mn-lt"/>
                <a:cs typeface="Arial" panose="020B0604020202020204" pitchFamily="34" charset="0"/>
              </a:rPr>
              <a:t> </a:t>
            </a:r>
            <a:r>
              <a:rPr lang="ru-RU" sz="3200" dirty="0">
                <a:latin typeface="+mn-lt"/>
                <a:cs typeface="Arial" panose="020B0604020202020204" pitchFamily="34" charset="0"/>
              </a:rPr>
              <a:t>– параллельное вычисление, состоящее из нескольких задач, порождаемых в ответ на действие</a:t>
            </a:r>
          </a:p>
          <a:p>
            <a:pPr marL="13335" marR="5080">
              <a:lnSpc>
                <a:spcPct val="116199"/>
              </a:lnSpc>
              <a:spcBef>
                <a:spcPts val="90"/>
              </a:spcBef>
            </a:pPr>
            <a:endParaRPr lang="ru-RU" sz="3200" dirty="0">
              <a:latin typeface="+mn-lt"/>
              <a:cs typeface="Arial" panose="020B0604020202020204" pitchFamily="34" charset="0"/>
            </a:endParaRPr>
          </a:p>
          <a:p>
            <a:pPr marL="13335" marR="5080">
              <a:lnSpc>
                <a:spcPct val="116199"/>
              </a:lnSpc>
              <a:spcBef>
                <a:spcPts val="90"/>
              </a:spcBef>
            </a:pPr>
            <a:r>
              <a:rPr lang="en-US" sz="3200" b="1" dirty="0">
                <a:latin typeface="+mn-lt"/>
                <a:cs typeface="Arial" panose="020B0604020202020204" pitchFamily="34" charset="0"/>
              </a:rPr>
              <a:t>Stage</a:t>
            </a:r>
            <a:r>
              <a:rPr lang="en-US" sz="3200" dirty="0">
                <a:latin typeface="+mn-lt"/>
                <a:cs typeface="Arial" panose="020B0604020202020204" pitchFamily="34" charset="0"/>
              </a:rPr>
              <a:t> </a:t>
            </a:r>
            <a:r>
              <a:rPr lang="ru-RU" sz="3200" dirty="0">
                <a:latin typeface="+mn-lt"/>
                <a:cs typeface="Arial" panose="020B0604020202020204" pitchFamily="34" charset="0"/>
              </a:rPr>
              <a:t>– каждая </a:t>
            </a:r>
            <a:r>
              <a:rPr lang="en-US" sz="3200" dirty="0">
                <a:latin typeface="+mn-lt"/>
                <a:cs typeface="Arial" panose="020B0604020202020204" pitchFamily="34" charset="0"/>
              </a:rPr>
              <a:t>job</a:t>
            </a:r>
            <a:r>
              <a:rPr lang="ru-RU" sz="3200" dirty="0">
                <a:latin typeface="+mn-lt"/>
                <a:cs typeface="Arial" panose="020B0604020202020204" pitchFamily="34" charset="0"/>
              </a:rPr>
              <a:t> делится на более мелкие наборы задач, которые зависят друг от друга</a:t>
            </a:r>
          </a:p>
          <a:p>
            <a:pPr marL="13335" marR="5080">
              <a:lnSpc>
                <a:spcPct val="116199"/>
              </a:lnSpc>
              <a:spcBef>
                <a:spcPts val="90"/>
              </a:spcBef>
            </a:pPr>
            <a:endParaRPr lang="ru-RU" sz="3200" dirty="0">
              <a:latin typeface="+mn-lt"/>
              <a:cs typeface="Arial" panose="020B0604020202020204" pitchFamily="34" charset="0"/>
            </a:endParaRPr>
          </a:p>
          <a:p>
            <a:pPr marL="13335" marR="5080">
              <a:lnSpc>
                <a:spcPct val="116199"/>
              </a:lnSpc>
              <a:spcBef>
                <a:spcPts val="90"/>
              </a:spcBef>
            </a:pPr>
            <a:r>
              <a:rPr lang="en-US" sz="3200" b="1" dirty="0">
                <a:latin typeface="+mn-lt"/>
                <a:cs typeface="Arial" panose="020B0604020202020204" pitchFamily="34" charset="0"/>
              </a:rPr>
              <a:t>Task</a:t>
            </a:r>
            <a:r>
              <a:rPr lang="en-US" sz="3200" dirty="0">
                <a:latin typeface="+mn-lt"/>
                <a:cs typeface="Arial" panose="020B0604020202020204" pitchFamily="34" charset="0"/>
              </a:rPr>
              <a:t> </a:t>
            </a:r>
            <a:r>
              <a:rPr lang="ru-RU" sz="3200" dirty="0">
                <a:latin typeface="+mn-lt"/>
                <a:cs typeface="Arial" panose="020B0604020202020204" pitchFamily="34" charset="0"/>
              </a:rPr>
              <a:t>– </a:t>
            </a:r>
            <a:r>
              <a:rPr lang="en-US" sz="3200" dirty="0">
                <a:latin typeface="+mn-lt"/>
                <a:cs typeface="Arial" panose="020B0604020202020204" pitchFamily="34" charset="0"/>
              </a:rPr>
              <a:t>unit of work</a:t>
            </a:r>
            <a:r>
              <a:rPr lang="ru-RU" sz="3200" dirty="0">
                <a:latin typeface="+mn-lt"/>
                <a:cs typeface="Arial" panose="020B0604020202020204" pitchFamily="34" charset="0"/>
              </a:rPr>
              <a:t>, которая будет отправлена на </a:t>
            </a:r>
            <a:r>
              <a:rPr lang="en-US" sz="3200" b="1" dirty="0">
                <a:latin typeface="+mn-lt"/>
                <a:cs typeface="Arial" panose="020B0604020202020204" pitchFamily="34" charset="0"/>
              </a:rPr>
              <a:t>executor</a:t>
            </a:r>
            <a:endParaRPr lang="ru-RU" sz="3200" b="1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629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3904" y="845493"/>
            <a:ext cx="204787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+mn-lt"/>
                <a:cs typeface="Arial Black"/>
              </a:rPr>
              <a:t>RDD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5149" y="5132344"/>
            <a:ext cx="11240264" cy="573878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033161" y="2256702"/>
            <a:ext cx="18351457" cy="2593211"/>
          </a:xfrm>
          <a:prstGeom prst="rect">
            <a:avLst/>
          </a:prstGeom>
        </p:spPr>
        <p:txBody>
          <a:bodyPr vert="horz" wrap="square" lIns="0" tIns="60898" rIns="0" bIns="0" rtlCol="0">
            <a:spAutoFit/>
          </a:bodyPr>
          <a:lstStyle/>
          <a:p>
            <a:pPr marL="13335" marR="5080">
              <a:lnSpc>
                <a:spcPct val="116199"/>
              </a:lnSpc>
              <a:spcBef>
                <a:spcPts val="90"/>
              </a:spcBef>
            </a:pPr>
            <a:r>
              <a:rPr b="1" spc="260" dirty="0">
                <a:latin typeface="+mn-lt"/>
                <a:cs typeface="Arial"/>
              </a:rPr>
              <a:t>RDD</a:t>
            </a:r>
            <a:r>
              <a:rPr b="1" spc="-110" dirty="0">
                <a:latin typeface="+mn-lt"/>
                <a:cs typeface="Arial"/>
              </a:rPr>
              <a:t> </a:t>
            </a:r>
            <a:r>
              <a:rPr b="1" dirty="0">
                <a:latin typeface="+mn-lt"/>
                <a:cs typeface="Arial"/>
              </a:rPr>
              <a:t>(Resilient</a:t>
            </a:r>
            <a:r>
              <a:rPr b="1" spc="-110" dirty="0">
                <a:latin typeface="+mn-lt"/>
                <a:cs typeface="Arial"/>
              </a:rPr>
              <a:t> </a:t>
            </a:r>
            <a:r>
              <a:rPr b="1" spc="125" dirty="0">
                <a:latin typeface="+mn-lt"/>
                <a:cs typeface="Arial"/>
              </a:rPr>
              <a:t>Distributed</a:t>
            </a:r>
            <a:r>
              <a:rPr b="1" spc="-105" dirty="0">
                <a:latin typeface="+mn-lt"/>
                <a:cs typeface="Arial"/>
              </a:rPr>
              <a:t> </a:t>
            </a:r>
            <a:r>
              <a:rPr b="1" spc="85" dirty="0">
                <a:latin typeface="+mn-lt"/>
                <a:cs typeface="Arial"/>
              </a:rPr>
              <a:t>Dataset)</a:t>
            </a:r>
            <a:r>
              <a:rPr b="1" spc="-125" dirty="0">
                <a:latin typeface="+mn-lt"/>
                <a:cs typeface="Arial"/>
              </a:rPr>
              <a:t> </a:t>
            </a:r>
            <a:r>
              <a:rPr dirty="0">
                <a:latin typeface="+mn-lt"/>
                <a:cs typeface="Georgia"/>
              </a:rPr>
              <a:t>—</a:t>
            </a:r>
            <a:r>
              <a:rPr spc="10" dirty="0">
                <a:latin typeface="+mn-lt"/>
                <a:cs typeface="Georgia"/>
              </a:rPr>
              <a:t> </a:t>
            </a:r>
            <a:r>
              <a:rPr dirty="0">
                <a:latin typeface="+mn-lt"/>
              </a:rPr>
              <a:t>это</a:t>
            </a:r>
            <a:r>
              <a:rPr spc="-25" dirty="0">
                <a:latin typeface="+mn-lt"/>
              </a:rPr>
              <a:t> </a:t>
            </a:r>
            <a:r>
              <a:rPr dirty="0">
                <a:latin typeface="+mn-lt"/>
              </a:rPr>
              <a:t>фундаментальная</a:t>
            </a:r>
            <a:r>
              <a:rPr spc="-15" dirty="0">
                <a:latin typeface="+mn-lt"/>
              </a:rPr>
              <a:t> </a:t>
            </a:r>
            <a:r>
              <a:rPr dirty="0">
                <a:latin typeface="+mn-lt"/>
              </a:rPr>
              <a:t>структура</a:t>
            </a:r>
            <a:r>
              <a:rPr spc="-25" dirty="0">
                <a:latin typeface="+mn-lt"/>
              </a:rPr>
              <a:t> </a:t>
            </a:r>
            <a:r>
              <a:rPr dirty="0">
                <a:latin typeface="+mn-lt"/>
              </a:rPr>
              <a:t>данных</a:t>
            </a:r>
            <a:r>
              <a:rPr spc="-20" dirty="0">
                <a:latin typeface="+mn-lt"/>
              </a:rPr>
              <a:t> </a:t>
            </a:r>
            <a:r>
              <a:rPr spc="-10" dirty="0">
                <a:latin typeface="+mn-lt"/>
                <a:cs typeface="Georgia"/>
              </a:rPr>
              <a:t>Spark, </a:t>
            </a:r>
            <a:r>
              <a:rPr spc="-20" dirty="0">
                <a:latin typeface="+mn-lt"/>
              </a:rPr>
              <a:t>которая</a:t>
            </a:r>
            <a:r>
              <a:rPr spc="-110" dirty="0">
                <a:latin typeface="+mn-lt"/>
              </a:rPr>
              <a:t> </a:t>
            </a:r>
            <a:r>
              <a:rPr dirty="0">
                <a:latin typeface="+mn-lt"/>
              </a:rPr>
              <a:t>представляет</a:t>
            </a:r>
            <a:r>
              <a:rPr spc="-105" dirty="0">
                <a:latin typeface="+mn-lt"/>
              </a:rPr>
              <a:t> </a:t>
            </a:r>
            <a:r>
              <a:rPr dirty="0">
                <a:latin typeface="+mn-lt"/>
              </a:rPr>
              <a:t>собой</a:t>
            </a:r>
            <a:r>
              <a:rPr spc="-110" dirty="0">
                <a:latin typeface="+mn-lt"/>
              </a:rPr>
              <a:t> </a:t>
            </a:r>
            <a:r>
              <a:rPr dirty="0">
                <a:latin typeface="+mn-lt"/>
              </a:rPr>
              <a:t>неизменяемый</a:t>
            </a:r>
            <a:r>
              <a:rPr spc="-105" dirty="0">
                <a:latin typeface="+mn-lt"/>
              </a:rPr>
              <a:t> </a:t>
            </a:r>
            <a:r>
              <a:rPr dirty="0">
                <a:latin typeface="+mn-lt"/>
              </a:rPr>
              <a:t>набор</a:t>
            </a:r>
            <a:r>
              <a:rPr spc="-105" dirty="0">
                <a:latin typeface="+mn-lt"/>
              </a:rPr>
              <a:t> </a:t>
            </a:r>
            <a:r>
              <a:rPr dirty="0">
                <a:latin typeface="+mn-lt"/>
              </a:rPr>
              <a:t>данных</a:t>
            </a:r>
            <a:r>
              <a:rPr dirty="0">
                <a:latin typeface="+mn-lt"/>
                <a:cs typeface="Georgia"/>
              </a:rPr>
              <a:t>,</a:t>
            </a:r>
            <a:r>
              <a:rPr spc="-75" dirty="0">
                <a:latin typeface="+mn-lt"/>
                <a:cs typeface="Georgia"/>
              </a:rPr>
              <a:t> </a:t>
            </a:r>
            <a:r>
              <a:rPr spc="-25" dirty="0">
                <a:latin typeface="+mn-lt"/>
              </a:rPr>
              <a:t>который</a:t>
            </a:r>
            <a:r>
              <a:rPr spc="-105" dirty="0">
                <a:latin typeface="+mn-lt"/>
              </a:rPr>
              <a:t> </a:t>
            </a:r>
            <a:r>
              <a:rPr dirty="0">
                <a:latin typeface="+mn-lt"/>
              </a:rPr>
              <a:t>вычисляются</a:t>
            </a:r>
            <a:r>
              <a:rPr spc="-105" dirty="0">
                <a:latin typeface="+mn-lt"/>
              </a:rPr>
              <a:t> </a:t>
            </a:r>
            <a:r>
              <a:rPr spc="-50" dirty="0">
                <a:latin typeface="+mn-lt"/>
              </a:rPr>
              <a:t>и </a:t>
            </a:r>
            <a:r>
              <a:rPr dirty="0">
                <a:latin typeface="+mn-lt"/>
              </a:rPr>
              <a:t>располагается</a:t>
            </a:r>
            <a:r>
              <a:rPr spc="-50" dirty="0">
                <a:latin typeface="+mn-lt"/>
              </a:rPr>
              <a:t> </a:t>
            </a:r>
            <a:r>
              <a:rPr dirty="0">
                <a:latin typeface="+mn-lt"/>
              </a:rPr>
              <a:t>на</a:t>
            </a:r>
            <a:r>
              <a:rPr spc="-50" dirty="0">
                <a:latin typeface="+mn-lt"/>
              </a:rPr>
              <a:t> </a:t>
            </a:r>
            <a:r>
              <a:rPr dirty="0">
                <a:latin typeface="+mn-lt"/>
              </a:rPr>
              <a:t>разных</a:t>
            </a:r>
            <a:r>
              <a:rPr spc="-50" dirty="0">
                <a:latin typeface="+mn-lt"/>
              </a:rPr>
              <a:t> </a:t>
            </a:r>
            <a:r>
              <a:rPr dirty="0">
                <a:latin typeface="+mn-lt"/>
              </a:rPr>
              <a:t>узлах</a:t>
            </a:r>
            <a:r>
              <a:rPr spc="-45" dirty="0">
                <a:latin typeface="+mn-lt"/>
              </a:rPr>
              <a:t> </a:t>
            </a:r>
            <a:r>
              <a:rPr dirty="0">
                <a:latin typeface="+mn-lt"/>
              </a:rPr>
              <a:t>кластера</a:t>
            </a:r>
            <a:r>
              <a:rPr dirty="0">
                <a:latin typeface="+mn-lt"/>
                <a:cs typeface="Georgia"/>
              </a:rPr>
              <a:t>.</a:t>
            </a:r>
            <a:r>
              <a:rPr spc="-15" dirty="0">
                <a:latin typeface="+mn-lt"/>
                <a:cs typeface="Georgia"/>
              </a:rPr>
              <a:t> </a:t>
            </a:r>
            <a:r>
              <a:rPr dirty="0">
                <a:latin typeface="+mn-lt"/>
              </a:rPr>
              <a:t>Каждый</a:t>
            </a:r>
            <a:r>
              <a:rPr spc="-45" dirty="0">
                <a:latin typeface="+mn-lt"/>
              </a:rPr>
              <a:t> </a:t>
            </a:r>
            <a:r>
              <a:rPr dirty="0">
                <a:latin typeface="+mn-lt"/>
              </a:rPr>
              <a:t>набор</a:t>
            </a:r>
            <a:r>
              <a:rPr spc="-50" dirty="0">
                <a:latin typeface="+mn-lt"/>
              </a:rPr>
              <a:t> </a:t>
            </a:r>
            <a:r>
              <a:rPr dirty="0">
                <a:latin typeface="+mn-lt"/>
              </a:rPr>
              <a:t>данных</a:t>
            </a:r>
            <a:r>
              <a:rPr spc="-40" dirty="0">
                <a:latin typeface="+mn-lt"/>
              </a:rPr>
              <a:t> </a:t>
            </a:r>
            <a:r>
              <a:rPr dirty="0">
                <a:latin typeface="+mn-lt"/>
              </a:rPr>
              <a:t>в</a:t>
            </a:r>
            <a:r>
              <a:rPr spc="-50" dirty="0">
                <a:latin typeface="+mn-lt"/>
              </a:rPr>
              <a:t> </a:t>
            </a:r>
            <a:r>
              <a:rPr dirty="0">
                <a:latin typeface="+mn-lt"/>
                <a:cs typeface="Georgia"/>
              </a:rPr>
              <a:t>Spark</a:t>
            </a:r>
            <a:r>
              <a:rPr spc="-15" dirty="0">
                <a:latin typeface="+mn-lt"/>
                <a:cs typeface="Georgia"/>
              </a:rPr>
              <a:t> </a:t>
            </a:r>
            <a:r>
              <a:rPr dirty="0">
                <a:latin typeface="+mn-lt"/>
                <a:cs typeface="Georgia"/>
              </a:rPr>
              <a:t>RDD</a:t>
            </a:r>
            <a:r>
              <a:rPr spc="-15" dirty="0">
                <a:latin typeface="+mn-lt"/>
                <a:cs typeface="Georgia"/>
              </a:rPr>
              <a:t> </a:t>
            </a:r>
            <a:r>
              <a:rPr spc="-10" dirty="0">
                <a:latin typeface="+mn-lt"/>
              </a:rPr>
              <a:t>логически </a:t>
            </a:r>
            <a:r>
              <a:rPr dirty="0">
                <a:latin typeface="+mn-lt"/>
              </a:rPr>
              <a:t>разделен</a:t>
            </a:r>
            <a:r>
              <a:rPr spc="-85" dirty="0">
                <a:latin typeface="+mn-lt"/>
              </a:rPr>
              <a:t> </a:t>
            </a:r>
            <a:r>
              <a:rPr dirty="0">
                <a:latin typeface="+mn-lt"/>
              </a:rPr>
              <a:t>на</a:t>
            </a:r>
            <a:r>
              <a:rPr spc="-80" dirty="0">
                <a:latin typeface="+mn-lt"/>
              </a:rPr>
              <a:t> </a:t>
            </a:r>
            <a:r>
              <a:rPr dirty="0">
                <a:latin typeface="+mn-lt"/>
              </a:rPr>
              <a:t>множество</a:t>
            </a:r>
            <a:r>
              <a:rPr spc="-75" dirty="0">
                <a:latin typeface="+mn-lt"/>
              </a:rPr>
              <a:t> </a:t>
            </a:r>
            <a:r>
              <a:rPr dirty="0">
                <a:latin typeface="+mn-lt"/>
              </a:rPr>
              <a:t>серверов</a:t>
            </a:r>
            <a:r>
              <a:rPr dirty="0">
                <a:latin typeface="+mn-lt"/>
                <a:cs typeface="Georgia"/>
              </a:rPr>
              <a:t>,</a:t>
            </a:r>
            <a:r>
              <a:rPr spc="-45" dirty="0">
                <a:latin typeface="+mn-lt"/>
                <a:cs typeface="Georgia"/>
              </a:rPr>
              <a:t> </a:t>
            </a:r>
            <a:r>
              <a:rPr dirty="0">
                <a:latin typeface="+mn-lt"/>
              </a:rPr>
              <a:t>чтобы</a:t>
            </a:r>
            <a:r>
              <a:rPr spc="-85" dirty="0">
                <a:latin typeface="+mn-lt"/>
              </a:rPr>
              <a:t> </a:t>
            </a:r>
            <a:r>
              <a:rPr dirty="0">
                <a:latin typeface="+mn-lt"/>
              </a:rPr>
              <a:t>их</a:t>
            </a:r>
            <a:r>
              <a:rPr spc="-80" dirty="0">
                <a:latin typeface="+mn-lt"/>
              </a:rPr>
              <a:t> </a:t>
            </a:r>
            <a:r>
              <a:rPr dirty="0">
                <a:latin typeface="+mn-lt"/>
              </a:rPr>
              <a:t>можно</a:t>
            </a:r>
            <a:r>
              <a:rPr spc="-75" dirty="0">
                <a:latin typeface="+mn-lt"/>
              </a:rPr>
              <a:t> </a:t>
            </a:r>
            <a:r>
              <a:rPr dirty="0">
                <a:latin typeface="+mn-lt"/>
              </a:rPr>
              <a:t>было</a:t>
            </a:r>
            <a:r>
              <a:rPr spc="-80" dirty="0">
                <a:latin typeface="+mn-lt"/>
              </a:rPr>
              <a:t> </a:t>
            </a:r>
            <a:r>
              <a:rPr dirty="0">
                <a:latin typeface="+mn-lt"/>
              </a:rPr>
              <a:t>вычислить</a:t>
            </a:r>
            <a:r>
              <a:rPr spc="-80" dirty="0">
                <a:latin typeface="+mn-lt"/>
              </a:rPr>
              <a:t> </a:t>
            </a:r>
            <a:r>
              <a:rPr dirty="0">
                <a:latin typeface="+mn-lt"/>
              </a:rPr>
              <a:t>на</a:t>
            </a:r>
            <a:r>
              <a:rPr spc="-80" dirty="0">
                <a:latin typeface="+mn-lt"/>
              </a:rPr>
              <a:t> </a:t>
            </a:r>
            <a:r>
              <a:rPr dirty="0">
                <a:latin typeface="+mn-lt"/>
              </a:rPr>
              <a:t>разных</a:t>
            </a:r>
            <a:r>
              <a:rPr spc="-80" dirty="0">
                <a:latin typeface="+mn-lt"/>
              </a:rPr>
              <a:t> </a:t>
            </a:r>
            <a:r>
              <a:rPr dirty="0">
                <a:latin typeface="+mn-lt"/>
              </a:rPr>
              <a:t>узлах</a:t>
            </a:r>
            <a:r>
              <a:rPr spc="-80" dirty="0">
                <a:latin typeface="+mn-lt"/>
              </a:rPr>
              <a:t> </a:t>
            </a:r>
            <a:r>
              <a:rPr spc="-10" dirty="0">
                <a:latin typeface="+mn-lt"/>
              </a:rPr>
              <a:t>кластера</a:t>
            </a:r>
            <a:r>
              <a:rPr spc="-10" dirty="0">
                <a:latin typeface="+mn-lt"/>
                <a:cs typeface="Georgia"/>
              </a:rPr>
              <a:t>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1447" y="5785987"/>
            <a:ext cx="3821873" cy="1591574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722880">
              <a:lnSpc>
                <a:spcPct val="100000"/>
              </a:lnSpc>
              <a:spcBef>
                <a:spcPts val="125"/>
              </a:spcBef>
            </a:pPr>
            <a:r>
              <a:rPr spc="-85" dirty="0">
                <a:latin typeface="+mn-lt"/>
              </a:rPr>
              <a:t>Основные</a:t>
            </a:r>
            <a:r>
              <a:rPr spc="-700" dirty="0">
                <a:latin typeface="+mn-lt"/>
              </a:rPr>
              <a:t> </a:t>
            </a:r>
            <a:r>
              <a:rPr spc="-100" dirty="0">
                <a:latin typeface="+mn-lt"/>
              </a:rPr>
              <a:t>команды</a:t>
            </a:r>
            <a:r>
              <a:rPr spc="-710" dirty="0">
                <a:latin typeface="+mn-lt"/>
              </a:rPr>
              <a:t> </a:t>
            </a:r>
            <a:r>
              <a:rPr spc="-25" dirty="0">
                <a:latin typeface="+mn-lt"/>
                <a:cs typeface="Arial Black"/>
              </a:rPr>
              <a:t>RDD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54DA456-A036-273A-BDAA-E822BB94A45B}"/>
              </a:ext>
            </a:extLst>
          </p:cNvPr>
          <p:cNvSpPr txBox="1">
            <a:spLocks/>
          </p:cNvSpPr>
          <p:nvPr/>
        </p:nvSpPr>
        <p:spPr>
          <a:xfrm>
            <a:off x="3803650" y="2987675"/>
            <a:ext cx="13511487" cy="6547499"/>
          </a:xfrm>
          <a:prstGeom prst="rect">
            <a:avLst/>
          </a:prstGeom>
        </p:spPr>
        <p:txBody>
          <a:bodyPr vert="horz" wrap="square" lIns="0" tIns="60898" rIns="0" bIns="0" rtlCol="0">
            <a:spAutoFit/>
          </a:bodyPr>
          <a:lstStyle>
            <a:lvl1pPr marL="0">
              <a:defRPr sz="36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3335" marR="5080">
              <a:lnSpc>
                <a:spcPct val="116199"/>
              </a:lnSpc>
              <a:spcBef>
                <a:spcPts val="90"/>
              </a:spcBef>
            </a:pPr>
            <a:r>
              <a:rPr lang="en-US" spc="260" dirty="0" err="1">
                <a:latin typeface="+mn-lt"/>
                <a:cs typeface="Arial" panose="020B0604020202020204" pitchFamily="34" charset="0"/>
              </a:rPr>
              <a:t>sc.textFile</a:t>
            </a:r>
            <a:r>
              <a:rPr lang="en-US" spc="260" dirty="0">
                <a:latin typeface="+mn-lt"/>
                <a:cs typeface="Arial" panose="020B0604020202020204" pitchFamily="34" charset="0"/>
              </a:rPr>
              <a:t> – </a:t>
            </a:r>
            <a:r>
              <a:rPr lang="ru-RU" spc="260" dirty="0">
                <a:latin typeface="+mn-lt"/>
                <a:cs typeface="Arial" panose="020B0604020202020204" pitchFamily="34" charset="0"/>
              </a:rPr>
              <a:t>сформировать </a:t>
            </a:r>
            <a:r>
              <a:rPr lang="en-US" spc="260" dirty="0">
                <a:latin typeface="+mn-lt"/>
                <a:cs typeface="Arial" panose="020B0604020202020204" pitchFamily="34" charset="0"/>
              </a:rPr>
              <a:t>RDD</a:t>
            </a:r>
            <a:r>
              <a:rPr lang="ru-RU" spc="260" dirty="0">
                <a:latin typeface="+mn-lt"/>
                <a:cs typeface="Arial" panose="020B0604020202020204" pitchFamily="34" charset="0"/>
              </a:rPr>
              <a:t> из текстового файла</a:t>
            </a:r>
          </a:p>
          <a:p>
            <a:pPr marL="13335" marR="5080">
              <a:lnSpc>
                <a:spcPct val="116199"/>
              </a:lnSpc>
              <a:spcBef>
                <a:spcPts val="90"/>
              </a:spcBef>
            </a:pPr>
            <a:r>
              <a:rPr lang="en-US" spc="260" dirty="0">
                <a:latin typeface="+mn-lt"/>
                <a:cs typeface="Arial" panose="020B0604020202020204" pitchFamily="34" charset="0"/>
              </a:rPr>
              <a:t>take(5) – </a:t>
            </a:r>
            <a:r>
              <a:rPr lang="ru-RU" spc="260" dirty="0">
                <a:latin typeface="+mn-lt"/>
                <a:cs typeface="Arial" panose="020B0604020202020204" pitchFamily="34" charset="0"/>
              </a:rPr>
              <a:t>посмотреть первые 5 элементов результата</a:t>
            </a:r>
          </a:p>
          <a:p>
            <a:pPr marL="13335" marR="5080">
              <a:lnSpc>
                <a:spcPct val="116199"/>
              </a:lnSpc>
              <a:spcBef>
                <a:spcPts val="90"/>
              </a:spcBef>
            </a:pPr>
            <a:r>
              <a:rPr lang="en-US" spc="260" dirty="0">
                <a:latin typeface="+mn-lt"/>
                <a:cs typeface="Arial" panose="020B0604020202020204" pitchFamily="34" charset="0"/>
              </a:rPr>
              <a:t>collect – </a:t>
            </a:r>
            <a:r>
              <a:rPr lang="ru-RU" spc="260" dirty="0">
                <a:latin typeface="+mn-lt"/>
                <a:cs typeface="Arial" panose="020B0604020202020204" pitchFamily="34" charset="0"/>
              </a:rPr>
              <a:t>возвращает результат вычислений в память</a:t>
            </a:r>
          </a:p>
          <a:p>
            <a:pPr marL="13335" marR="5080">
              <a:lnSpc>
                <a:spcPct val="116199"/>
              </a:lnSpc>
              <a:spcBef>
                <a:spcPts val="90"/>
              </a:spcBef>
            </a:pPr>
            <a:endParaRPr lang="ru-RU" spc="260" dirty="0">
              <a:latin typeface="+mn-lt"/>
              <a:cs typeface="Arial" panose="020B0604020202020204" pitchFamily="34" charset="0"/>
            </a:endParaRPr>
          </a:p>
          <a:p>
            <a:pPr marL="13335" marR="5080">
              <a:lnSpc>
                <a:spcPct val="116199"/>
              </a:lnSpc>
              <a:spcBef>
                <a:spcPts val="90"/>
              </a:spcBef>
            </a:pPr>
            <a:r>
              <a:rPr lang="en-US" spc="260" dirty="0">
                <a:latin typeface="+mn-lt"/>
                <a:cs typeface="Arial" panose="020B0604020202020204" pitchFamily="34" charset="0"/>
              </a:rPr>
              <a:t>count() –</a:t>
            </a:r>
            <a:r>
              <a:rPr lang="ru-RU" spc="260" dirty="0">
                <a:latin typeface="+mn-lt"/>
                <a:cs typeface="Arial" panose="020B0604020202020204" pitchFamily="34" charset="0"/>
              </a:rPr>
              <a:t> подсчет числа строк</a:t>
            </a:r>
          </a:p>
          <a:p>
            <a:pPr marL="13335" marR="5080">
              <a:lnSpc>
                <a:spcPct val="116199"/>
              </a:lnSpc>
              <a:spcBef>
                <a:spcPts val="90"/>
              </a:spcBef>
            </a:pPr>
            <a:r>
              <a:rPr lang="en-US" spc="260" dirty="0">
                <a:latin typeface="+mn-lt"/>
                <a:cs typeface="Arial" panose="020B0604020202020204" pitchFamily="34" charset="0"/>
              </a:rPr>
              <a:t>map – </a:t>
            </a:r>
            <a:r>
              <a:rPr lang="ru-RU" spc="260" dirty="0">
                <a:latin typeface="+mn-lt"/>
                <a:cs typeface="Arial" panose="020B0604020202020204" pitchFamily="34" charset="0"/>
              </a:rPr>
              <a:t>построчная обработка (</a:t>
            </a:r>
            <a:r>
              <a:rPr lang="ru-RU" spc="260" dirty="0" err="1">
                <a:latin typeface="+mn-lt"/>
                <a:cs typeface="Arial" panose="020B0604020202020204" pitchFamily="34" charset="0"/>
              </a:rPr>
              <a:t>маппер</a:t>
            </a:r>
            <a:r>
              <a:rPr lang="ru-RU" spc="260" dirty="0">
                <a:latin typeface="+mn-lt"/>
                <a:cs typeface="Arial" panose="020B0604020202020204" pitchFamily="34" charset="0"/>
              </a:rPr>
              <a:t>)</a:t>
            </a:r>
          </a:p>
          <a:p>
            <a:pPr marL="13335" marR="5080">
              <a:lnSpc>
                <a:spcPct val="116199"/>
              </a:lnSpc>
              <a:spcBef>
                <a:spcPts val="90"/>
              </a:spcBef>
            </a:pPr>
            <a:r>
              <a:rPr lang="en-US" spc="260" dirty="0" err="1">
                <a:latin typeface="+mn-lt"/>
                <a:cs typeface="Arial" panose="020B0604020202020204" pitchFamily="34" charset="0"/>
              </a:rPr>
              <a:t>flatMap</a:t>
            </a:r>
            <a:r>
              <a:rPr lang="en-US" spc="260" dirty="0">
                <a:latin typeface="+mn-lt"/>
                <a:cs typeface="Arial" panose="020B0604020202020204" pitchFamily="34" charset="0"/>
              </a:rPr>
              <a:t> – </a:t>
            </a:r>
            <a:r>
              <a:rPr lang="ru-RU" spc="260" dirty="0">
                <a:latin typeface="+mn-lt"/>
                <a:cs typeface="Arial" panose="020B0604020202020204" pitchFamily="34" charset="0"/>
              </a:rPr>
              <a:t>разворачивание списка в столбец</a:t>
            </a:r>
          </a:p>
          <a:p>
            <a:pPr marL="13335" marR="5080">
              <a:lnSpc>
                <a:spcPct val="116199"/>
              </a:lnSpc>
              <a:spcBef>
                <a:spcPts val="90"/>
              </a:spcBef>
            </a:pPr>
            <a:endParaRPr lang="ru-RU" spc="260" dirty="0">
              <a:latin typeface="+mn-lt"/>
              <a:cs typeface="Arial" panose="020B0604020202020204" pitchFamily="34" charset="0"/>
            </a:endParaRPr>
          </a:p>
          <a:p>
            <a:pPr marL="13335" marR="5080">
              <a:lnSpc>
                <a:spcPct val="116199"/>
              </a:lnSpc>
              <a:spcBef>
                <a:spcPts val="90"/>
              </a:spcBef>
            </a:pPr>
            <a:r>
              <a:rPr lang="en-US" spc="260" dirty="0">
                <a:latin typeface="+mn-lt"/>
                <a:cs typeface="Arial" panose="020B0604020202020204" pitchFamily="34" charset="0"/>
              </a:rPr>
              <a:t>filter </a:t>
            </a:r>
            <a:r>
              <a:rPr lang="ru-RU" spc="260" dirty="0">
                <a:latin typeface="+mn-lt"/>
                <a:cs typeface="Arial" panose="020B0604020202020204" pitchFamily="34" charset="0"/>
              </a:rPr>
              <a:t>– фильтрация строк </a:t>
            </a:r>
          </a:p>
          <a:p>
            <a:pPr marL="13335" marR="5080">
              <a:lnSpc>
                <a:spcPct val="116199"/>
              </a:lnSpc>
              <a:spcBef>
                <a:spcPts val="90"/>
              </a:spcBef>
            </a:pPr>
            <a:r>
              <a:rPr lang="en-US" spc="260" dirty="0">
                <a:latin typeface="+mn-lt"/>
                <a:cs typeface="Arial" panose="020B0604020202020204" pitchFamily="34" charset="0"/>
              </a:rPr>
              <a:t>reduce </a:t>
            </a:r>
            <a:r>
              <a:rPr lang="ru-RU" spc="260" dirty="0">
                <a:latin typeface="+mn-lt"/>
                <a:cs typeface="Arial" panose="020B0604020202020204" pitchFamily="34" charset="0"/>
              </a:rPr>
              <a:t>– попарные действия с элементами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92904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+mn-lt"/>
                <a:cs typeface="Arial Black"/>
              </a:rPr>
              <a:t>Spark DataFrame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4388" y="2309820"/>
            <a:ext cx="17852390" cy="190064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sz="3600" b="1" spc="80" dirty="0">
                <a:latin typeface="+mn-lt"/>
                <a:cs typeface="Arial"/>
              </a:rPr>
              <a:t>Spark</a:t>
            </a:r>
            <a:r>
              <a:rPr sz="3600" b="1" spc="-165" dirty="0">
                <a:latin typeface="+mn-lt"/>
                <a:cs typeface="Arial"/>
              </a:rPr>
              <a:t> </a:t>
            </a:r>
            <a:r>
              <a:rPr sz="3600" b="1" spc="125" dirty="0">
                <a:latin typeface="+mn-lt"/>
                <a:cs typeface="Arial"/>
              </a:rPr>
              <a:t>DataFrame</a:t>
            </a:r>
            <a:r>
              <a:rPr sz="3600" b="1" spc="-180" dirty="0">
                <a:latin typeface="+mn-lt"/>
                <a:cs typeface="Arial"/>
              </a:rPr>
              <a:t> </a:t>
            </a:r>
            <a:r>
              <a:rPr sz="3600" dirty="0">
                <a:latin typeface="+mn-lt"/>
                <a:cs typeface="Georgia"/>
              </a:rPr>
              <a:t>—</a:t>
            </a:r>
            <a:r>
              <a:rPr sz="3600" spc="-45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Times New Roman"/>
              </a:rPr>
              <a:t>это</a:t>
            </a:r>
            <a:r>
              <a:rPr sz="3600" spc="-8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набор</a:t>
            </a:r>
            <a:r>
              <a:rPr sz="3600" spc="-7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данных</a:t>
            </a:r>
            <a:r>
              <a:rPr sz="3600" dirty="0">
                <a:latin typeface="+mn-lt"/>
                <a:cs typeface="Georgia"/>
              </a:rPr>
              <a:t>,</a:t>
            </a:r>
            <a:r>
              <a:rPr sz="3600" spc="-45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Times New Roman"/>
              </a:rPr>
              <a:t>организованный</a:t>
            </a:r>
            <a:r>
              <a:rPr sz="3600" spc="-7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в</a:t>
            </a:r>
            <a:r>
              <a:rPr sz="3600" spc="-8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виде</a:t>
            </a:r>
            <a:r>
              <a:rPr sz="3600" spc="-7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таблицы</a:t>
            </a:r>
            <a:r>
              <a:rPr sz="3600" dirty="0">
                <a:latin typeface="+mn-lt"/>
                <a:cs typeface="Georgia"/>
              </a:rPr>
              <a:t>.</a:t>
            </a:r>
            <a:r>
              <a:rPr sz="3600" spc="-45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Georgia"/>
              </a:rPr>
              <a:t>Spark</a:t>
            </a:r>
            <a:r>
              <a:rPr sz="3600" spc="35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Georgia"/>
              </a:rPr>
              <a:t>DataFrames</a:t>
            </a:r>
            <a:r>
              <a:rPr sz="3600" spc="35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Times New Roman"/>
              </a:rPr>
              <a:t>могут</a:t>
            </a:r>
            <a:r>
              <a:rPr sz="3600" spc="1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быть созданы из</a:t>
            </a:r>
            <a:r>
              <a:rPr sz="3600" spc="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различных </a:t>
            </a:r>
            <a:r>
              <a:rPr sz="3600" spc="-25" dirty="0">
                <a:latin typeface="+mn-lt"/>
                <a:cs typeface="Times New Roman"/>
              </a:rPr>
              <a:t>источников</a:t>
            </a:r>
            <a:r>
              <a:rPr sz="3600" spc="-25" dirty="0">
                <a:latin typeface="+mn-lt"/>
                <a:cs typeface="Georgia"/>
              </a:rPr>
              <a:t>,</a:t>
            </a:r>
            <a:r>
              <a:rPr sz="3600" spc="-60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Times New Roman"/>
              </a:rPr>
              <a:t>таких</a:t>
            </a:r>
            <a:r>
              <a:rPr sz="3600" spc="-10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как</a:t>
            </a:r>
            <a:r>
              <a:rPr sz="3600" spc="-9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файлы</a:t>
            </a:r>
            <a:r>
              <a:rPr sz="3600" spc="-9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структурированных</a:t>
            </a:r>
            <a:r>
              <a:rPr sz="3600" spc="-9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данных</a:t>
            </a:r>
            <a:r>
              <a:rPr sz="3600" dirty="0">
                <a:latin typeface="+mn-lt"/>
                <a:cs typeface="Georgia"/>
              </a:rPr>
              <a:t>,</a:t>
            </a:r>
            <a:r>
              <a:rPr sz="3600" spc="-60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Times New Roman"/>
              </a:rPr>
              <a:t>таблицы</a:t>
            </a:r>
            <a:r>
              <a:rPr sz="3600" spc="-9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в</a:t>
            </a:r>
            <a:r>
              <a:rPr sz="3600" spc="-9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Georgia"/>
              </a:rPr>
              <a:t>Hive,</a:t>
            </a:r>
            <a:r>
              <a:rPr sz="3600" spc="-60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Times New Roman"/>
              </a:rPr>
              <a:t>внешние</a:t>
            </a:r>
            <a:r>
              <a:rPr sz="3600" spc="-95" dirty="0">
                <a:latin typeface="+mn-lt"/>
                <a:cs typeface="Times New Roman"/>
              </a:rPr>
              <a:t> </a:t>
            </a:r>
            <a:r>
              <a:rPr sz="3600" spc="-20" dirty="0">
                <a:latin typeface="+mn-lt"/>
                <a:cs typeface="Times New Roman"/>
              </a:rPr>
              <a:t>базы </a:t>
            </a:r>
            <a:r>
              <a:rPr sz="3600" dirty="0">
                <a:latin typeface="+mn-lt"/>
                <a:cs typeface="Times New Roman"/>
              </a:rPr>
              <a:t>данных</a:t>
            </a:r>
            <a:r>
              <a:rPr sz="3600" spc="-10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или</a:t>
            </a:r>
            <a:r>
              <a:rPr sz="3600" spc="-8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существующие</a:t>
            </a:r>
            <a:r>
              <a:rPr sz="3600" spc="-85" dirty="0">
                <a:latin typeface="+mn-lt"/>
                <a:cs typeface="Times New Roman"/>
              </a:rPr>
              <a:t> </a:t>
            </a:r>
            <a:r>
              <a:rPr sz="3600" spc="-20" dirty="0">
                <a:latin typeface="+mn-lt"/>
                <a:cs typeface="Georgia"/>
              </a:rPr>
              <a:t>RDD.</a:t>
            </a:r>
            <a:endParaRPr sz="3600" dirty="0">
              <a:latin typeface="+mn-lt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388" y="5312718"/>
            <a:ext cx="11171307" cy="5180461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D0C317F8-4085-5D40-D9C6-B4BBEE79D3D2}"/>
              </a:ext>
            </a:extLst>
          </p:cNvPr>
          <p:cNvSpPr txBox="1"/>
          <p:nvPr/>
        </p:nvSpPr>
        <p:spPr>
          <a:xfrm>
            <a:off x="12756403" y="4371278"/>
            <a:ext cx="7010400" cy="256679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55650" marR="5080" indent="-742950">
              <a:lnSpc>
                <a:spcPct val="116199"/>
              </a:lnSpc>
              <a:spcBef>
                <a:spcPts val="90"/>
              </a:spcBef>
              <a:buAutoNum type="arabicParenR"/>
            </a:pPr>
            <a:r>
              <a:rPr lang="en-US" sz="3600" dirty="0" err="1">
                <a:latin typeface="+mn-lt"/>
                <a:cs typeface="Times New Roman"/>
              </a:rPr>
              <a:t>spark.read.table</a:t>
            </a:r>
            <a:r>
              <a:rPr lang="en-US" sz="3600" dirty="0">
                <a:latin typeface="+mn-lt"/>
                <a:cs typeface="Times New Roman"/>
              </a:rPr>
              <a:t>()</a:t>
            </a:r>
          </a:p>
          <a:p>
            <a:pPr marL="755650" marR="5080" indent="-742950">
              <a:lnSpc>
                <a:spcPct val="116199"/>
              </a:lnSpc>
              <a:spcBef>
                <a:spcPts val="90"/>
              </a:spcBef>
              <a:buAutoNum type="arabicParenR"/>
            </a:pPr>
            <a:r>
              <a:rPr lang="en-US" sz="3600" dirty="0" err="1">
                <a:latin typeface="+mn-lt"/>
                <a:cs typeface="Times New Roman"/>
              </a:rPr>
              <a:t>spark.read.parquet</a:t>
            </a:r>
            <a:r>
              <a:rPr lang="en-US" sz="3600" dirty="0">
                <a:latin typeface="+mn-lt"/>
                <a:cs typeface="Times New Roman"/>
              </a:rPr>
              <a:t>()</a:t>
            </a:r>
          </a:p>
          <a:p>
            <a:pPr marL="755650" marR="5080" indent="-742950">
              <a:lnSpc>
                <a:spcPct val="116199"/>
              </a:lnSpc>
              <a:spcBef>
                <a:spcPts val="90"/>
              </a:spcBef>
              <a:buAutoNum type="arabicParenR"/>
            </a:pPr>
            <a:r>
              <a:rPr lang="en-US" sz="3600" dirty="0">
                <a:latin typeface="+mn-lt"/>
                <a:cs typeface="Times New Roman"/>
              </a:rPr>
              <a:t>spark.read.csv()</a:t>
            </a:r>
          </a:p>
          <a:p>
            <a:pPr marL="755650" marR="5080" indent="-742950">
              <a:lnSpc>
                <a:spcPct val="116199"/>
              </a:lnSpc>
              <a:spcBef>
                <a:spcPts val="90"/>
              </a:spcBef>
              <a:buAutoNum type="arabicParenR"/>
            </a:pPr>
            <a:r>
              <a:rPr lang="en-US" sz="3600" dirty="0" err="1">
                <a:latin typeface="+mn-lt"/>
                <a:cs typeface="Times New Roman"/>
              </a:rPr>
              <a:t>spark.sql</a:t>
            </a:r>
            <a:r>
              <a:rPr lang="en-US" sz="3600" dirty="0">
                <a:latin typeface="+mn-lt"/>
                <a:cs typeface="Times New Roman"/>
              </a:rPr>
              <a:t>() &gt;&gt; </a:t>
            </a:r>
            <a:r>
              <a:rPr lang="en-US" sz="3600" dirty="0" err="1">
                <a:latin typeface="+mn-lt"/>
                <a:cs typeface="Times New Roman"/>
              </a:rPr>
              <a:t>DataFrame</a:t>
            </a:r>
            <a:r>
              <a:rPr lang="en-US" sz="3600" dirty="0">
                <a:latin typeface="+mn-lt"/>
                <a:cs typeface="Times New Roman"/>
              </a:rPr>
              <a:t> </a:t>
            </a:r>
            <a:endParaRPr sz="3600" dirty="0">
              <a:latin typeface="+mn-lt"/>
              <a:cs typeface="Georgi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A4242222-2E7F-1EA2-1CFC-3A1BAA937BB4}"/>
              </a:ext>
            </a:extLst>
          </p:cNvPr>
          <p:cNvSpPr txBox="1"/>
          <p:nvPr/>
        </p:nvSpPr>
        <p:spPr>
          <a:xfrm>
            <a:off x="12745571" y="7116535"/>
            <a:ext cx="7010400" cy="1912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55650" marR="5080" indent="-742950">
              <a:lnSpc>
                <a:spcPct val="116199"/>
              </a:lnSpc>
              <a:spcBef>
                <a:spcPts val="90"/>
              </a:spcBef>
              <a:buAutoNum type="arabicParenR"/>
            </a:pPr>
            <a:r>
              <a:rPr lang="en-US" sz="3600" dirty="0" err="1">
                <a:latin typeface="+mn-lt"/>
                <a:cs typeface="Times New Roman"/>
              </a:rPr>
              <a:t>df.show</a:t>
            </a:r>
            <a:r>
              <a:rPr lang="en-US" sz="3600" dirty="0">
                <a:latin typeface="+mn-lt"/>
                <a:cs typeface="Times New Roman"/>
              </a:rPr>
              <a:t>()</a:t>
            </a:r>
          </a:p>
          <a:p>
            <a:pPr marL="755650" marR="5080" indent="-742950">
              <a:lnSpc>
                <a:spcPct val="116199"/>
              </a:lnSpc>
              <a:spcBef>
                <a:spcPts val="90"/>
              </a:spcBef>
              <a:buAutoNum type="arabicParenR"/>
            </a:pPr>
            <a:r>
              <a:rPr lang="en-US" sz="3600" dirty="0" err="1">
                <a:latin typeface="+mn-lt"/>
                <a:cs typeface="Times New Roman"/>
              </a:rPr>
              <a:t>df.describe</a:t>
            </a:r>
            <a:r>
              <a:rPr lang="en-US" sz="3600" dirty="0">
                <a:latin typeface="+mn-lt"/>
                <a:cs typeface="Times New Roman"/>
              </a:rPr>
              <a:t>().show()</a:t>
            </a:r>
          </a:p>
          <a:p>
            <a:pPr marL="755650" marR="5080" indent="-742950">
              <a:lnSpc>
                <a:spcPct val="116199"/>
              </a:lnSpc>
              <a:spcBef>
                <a:spcPts val="90"/>
              </a:spcBef>
              <a:buAutoNum type="arabicParenR"/>
            </a:pPr>
            <a:r>
              <a:rPr lang="en-US" sz="3600" dirty="0" err="1">
                <a:latin typeface="+mn-lt"/>
                <a:cs typeface="Times New Roman"/>
              </a:rPr>
              <a:t>df.printShema</a:t>
            </a:r>
            <a:r>
              <a:rPr lang="en-US" sz="3600" dirty="0">
                <a:latin typeface="+mn-lt"/>
                <a:cs typeface="Times New Roman"/>
              </a:rPr>
              <a:t>()</a:t>
            </a:r>
            <a:endParaRPr sz="3600" dirty="0">
              <a:latin typeface="+mn-lt"/>
              <a:cs typeface="Georgia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05090645-FCDD-3EF3-8004-3B9BEF24057C}"/>
              </a:ext>
            </a:extLst>
          </p:cNvPr>
          <p:cNvSpPr txBox="1"/>
          <p:nvPr/>
        </p:nvSpPr>
        <p:spPr>
          <a:xfrm>
            <a:off x="12745571" y="9254378"/>
            <a:ext cx="7010400" cy="1912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55650" marR="5080" indent="-742950">
              <a:lnSpc>
                <a:spcPct val="116199"/>
              </a:lnSpc>
              <a:spcBef>
                <a:spcPts val="90"/>
              </a:spcBef>
              <a:buAutoNum type="arabicParenR"/>
            </a:pPr>
            <a:r>
              <a:rPr lang="en-US" sz="3600" dirty="0" err="1">
                <a:latin typeface="+mn-lt"/>
                <a:cs typeface="Times New Roman"/>
              </a:rPr>
              <a:t>df.select</a:t>
            </a:r>
            <a:r>
              <a:rPr lang="en-US" sz="3600" dirty="0">
                <a:latin typeface="+mn-lt"/>
                <a:cs typeface="Times New Roman"/>
              </a:rPr>
              <a:t>()</a:t>
            </a:r>
          </a:p>
          <a:p>
            <a:pPr marL="755650" marR="5080" indent="-742950">
              <a:lnSpc>
                <a:spcPct val="116199"/>
              </a:lnSpc>
              <a:spcBef>
                <a:spcPts val="90"/>
              </a:spcBef>
              <a:buAutoNum type="arabicParenR"/>
            </a:pPr>
            <a:r>
              <a:rPr lang="en-US" sz="3600" dirty="0" err="1">
                <a:latin typeface="+mn-lt"/>
                <a:cs typeface="Times New Roman"/>
              </a:rPr>
              <a:t>df.filter</a:t>
            </a:r>
            <a:r>
              <a:rPr lang="en-US" sz="3600" dirty="0">
                <a:latin typeface="+mn-lt"/>
                <a:cs typeface="Times New Roman"/>
              </a:rPr>
              <a:t>()</a:t>
            </a:r>
          </a:p>
          <a:p>
            <a:pPr marL="755650" marR="5080" indent="-742950">
              <a:lnSpc>
                <a:spcPct val="116199"/>
              </a:lnSpc>
              <a:spcBef>
                <a:spcPts val="90"/>
              </a:spcBef>
              <a:buAutoNum type="arabicParenR"/>
            </a:pPr>
            <a:r>
              <a:rPr lang="en-US" sz="3600" dirty="0" err="1">
                <a:latin typeface="+mn-lt"/>
                <a:cs typeface="Times New Roman"/>
              </a:rPr>
              <a:t>df.groupby</a:t>
            </a:r>
            <a:r>
              <a:rPr lang="en-US" sz="3600" dirty="0">
                <a:latin typeface="+mn-lt"/>
                <a:cs typeface="Times New Roman"/>
              </a:rPr>
              <a:t>().</a:t>
            </a:r>
            <a:r>
              <a:rPr lang="en-US" sz="3600" dirty="0" err="1">
                <a:latin typeface="+mn-lt"/>
                <a:cs typeface="Times New Roman"/>
              </a:rPr>
              <a:t>agg</a:t>
            </a:r>
            <a:r>
              <a:rPr lang="en-US" sz="3600" dirty="0">
                <a:latin typeface="+mn-lt"/>
                <a:cs typeface="Times New Roman"/>
              </a:rPr>
              <a:t>()</a:t>
            </a:r>
            <a:endParaRPr sz="3600" dirty="0">
              <a:latin typeface="+mn-lt"/>
              <a:cs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+mn-lt"/>
                <a:cs typeface="Arial Black"/>
              </a:rPr>
              <a:t>DAG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7384" y="2125364"/>
            <a:ext cx="18832195" cy="1938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sz="3600" b="1" spc="90" dirty="0">
                <a:latin typeface="+mn-lt"/>
                <a:cs typeface="Arial"/>
              </a:rPr>
              <a:t>DAG</a:t>
            </a:r>
            <a:r>
              <a:rPr sz="3600" b="1" spc="-165" dirty="0">
                <a:latin typeface="+mn-lt"/>
                <a:cs typeface="Arial"/>
              </a:rPr>
              <a:t> </a:t>
            </a:r>
            <a:r>
              <a:rPr sz="3600" b="1" dirty="0">
                <a:latin typeface="+mn-lt"/>
                <a:cs typeface="Arial"/>
              </a:rPr>
              <a:t>(</a:t>
            </a:r>
            <a:r>
              <a:rPr sz="3600" b="1" dirty="0">
                <a:latin typeface="+mn-lt"/>
                <a:cs typeface="Times New Roman"/>
              </a:rPr>
              <a:t>Направленный</a:t>
            </a:r>
            <a:r>
              <a:rPr sz="3600" b="1" spc="-70" dirty="0">
                <a:latin typeface="+mn-lt"/>
                <a:cs typeface="Times New Roman"/>
              </a:rPr>
              <a:t> </a:t>
            </a:r>
            <a:r>
              <a:rPr sz="3600" b="1" dirty="0">
                <a:latin typeface="+mn-lt"/>
                <a:cs typeface="Times New Roman"/>
              </a:rPr>
              <a:t>ациклический</a:t>
            </a:r>
            <a:r>
              <a:rPr sz="3600" b="1" spc="-65" dirty="0">
                <a:latin typeface="+mn-lt"/>
                <a:cs typeface="Times New Roman"/>
              </a:rPr>
              <a:t> </a:t>
            </a:r>
            <a:r>
              <a:rPr sz="3600" b="1" dirty="0">
                <a:latin typeface="+mn-lt"/>
                <a:cs typeface="Times New Roman"/>
              </a:rPr>
              <a:t>граф</a:t>
            </a:r>
            <a:r>
              <a:rPr sz="3600" b="1" dirty="0">
                <a:latin typeface="+mn-lt"/>
                <a:cs typeface="Arial"/>
              </a:rPr>
              <a:t>)</a:t>
            </a:r>
            <a:r>
              <a:rPr sz="3600" b="1" spc="-180" dirty="0">
                <a:latin typeface="+mn-lt"/>
                <a:cs typeface="Arial"/>
              </a:rPr>
              <a:t> </a:t>
            </a:r>
            <a:r>
              <a:rPr sz="3600" dirty="0">
                <a:latin typeface="+mn-lt"/>
                <a:cs typeface="Georgia"/>
              </a:rPr>
              <a:t>—</a:t>
            </a:r>
            <a:r>
              <a:rPr sz="3600" spc="-40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Times New Roman"/>
              </a:rPr>
              <a:t>это</a:t>
            </a:r>
            <a:r>
              <a:rPr sz="3600" spc="-8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набор</a:t>
            </a:r>
            <a:r>
              <a:rPr sz="3600" spc="-8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вершин</a:t>
            </a:r>
            <a:r>
              <a:rPr sz="3600" spc="-7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и</a:t>
            </a:r>
            <a:r>
              <a:rPr sz="3600" spc="-8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ребер</a:t>
            </a:r>
            <a:r>
              <a:rPr sz="3600" dirty="0">
                <a:latin typeface="+mn-lt"/>
                <a:cs typeface="Georgia"/>
              </a:rPr>
              <a:t>,</a:t>
            </a:r>
            <a:r>
              <a:rPr sz="3600" spc="-45" dirty="0">
                <a:latin typeface="+mn-lt"/>
                <a:cs typeface="Georgia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где</a:t>
            </a:r>
            <a:r>
              <a:rPr sz="3600" spc="-7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вершины </a:t>
            </a:r>
            <a:r>
              <a:rPr sz="3600" dirty="0">
                <a:latin typeface="+mn-lt"/>
                <a:cs typeface="Times New Roman"/>
              </a:rPr>
              <a:t>представляют</a:t>
            </a:r>
            <a:r>
              <a:rPr sz="3600" spc="-130" dirty="0">
                <a:latin typeface="+mn-lt"/>
                <a:cs typeface="Times New Roman"/>
              </a:rPr>
              <a:t> </a:t>
            </a:r>
            <a:r>
              <a:rPr sz="3600" spc="-25" dirty="0">
                <a:latin typeface="+mn-lt"/>
                <a:cs typeface="Georgia"/>
              </a:rPr>
              <a:t>RDD,</a:t>
            </a:r>
            <a:r>
              <a:rPr sz="3600" spc="-95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Times New Roman"/>
              </a:rPr>
              <a:t>а</a:t>
            </a:r>
            <a:r>
              <a:rPr sz="3600" spc="-12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ребра</a:t>
            </a:r>
            <a:r>
              <a:rPr sz="3600" spc="-13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представляют</a:t>
            </a:r>
            <a:r>
              <a:rPr sz="3600" spc="-13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операцию</a:t>
            </a:r>
            <a:r>
              <a:rPr sz="3600" dirty="0">
                <a:latin typeface="+mn-lt"/>
                <a:cs typeface="Georgia"/>
              </a:rPr>
              <a:t>,</a:t>
            </a:r>
            <a:r>
              <a:rPr sz="3600" spc="-90" dirty="0">
                <a:latin typeface="+mn-lt"/>
                <a:cs typeface="Georgia"/>
              </a:rPr>
              <a:t> </a:t>
            </a:r>
            <a:r>
              <a:rPr sz="3600" spc="-20" dirty="0">
                <a:latin typeface="+mn-lt"/>
                <a:cs typeface="Times New Roman"/>
              </a:rPr>
              <a:t>которая</a:t>
            </a:r>
            <a:r>
              <a:rPr sz="3600" spc="-130" dirty="0">
                <a:latin typeface="+mn-lt"/>
                <a:cs typeface="Times New Roman"/>
              </a:rPr>
              <a:t> </a:t>
            </a:r>
            <a:r>
              <a:rPr sz="3600" spc="-55" dirty="0">
                <a:latin typeface="+mn-lt"/>
                <a:cs typeface="Times New Roman"/>
              </a:rPr>
              <a:t>будет</a:t>
            </a:r>
            <a:r>
              <a:rPr sz="3600" spc="-12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применяться</a:t>
            </a:r>
            <a:r>
              <a:rPr sz="3600" spc="-12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к</a:t>
            </a:r>
            <a:r>
              <a:rPr sz="3600" spc="-130" dirty="0">
                <a:latin typeface="+mn-lt"/>
                <a:cs typeface="Times New Roman"/>
              </a:rPr>
              <a:t> </a:t>
            </a:r>
            <a:r>
              <a:rPr sz="3600" spc="-25" dirty="0">
                <a:latin typeface="+mn-lt"/>
                <a:cs typeface="Georgia"/>
              </a:rPr>
              <a:t>RDD.</a:t>
            </a:r>
            <a:r>
              <a:rPr sz="3600" spc="-90" dirty="0">
                <a:latin typeface="+mn-lt"/>
                <a:cs typeface="Georgia"/>
              </a:rPr>
              <a:t> </a:t>
            </a:r>
            <a:r>
              <a:rPr sz="3600" spc="-50" dirty="0">
                <a:latin typeface="+mn-lt"/>
                <a:cs typeface="Times New Roman"/>
              </a:rPr>
              <a:t>В </a:t>
            </a:r>
            <a:r>
              <a:rPr sz="3600" dirty="0">
                <a:latin typeface="+mn-lt"/>
                <a:cs typeface="Georgia"/>
              </a:rPr>
              <a:t>Spark</a:t>
            </a:r>
            <a:r>
              <a:rPr sz="3600" spc="-25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Georgia"/>
              </a:rPr>
              <a:t>DAG</a:t>
            </a:r>
            <a:r>
              <a:rPr sz="3600" spc="-25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Times New Roman"/>
              </a:rPr>
              <a:t>каждое</a:t>
            </a:r>
            <a:r>
              <a:rPr sz="3600" spc="-6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ребро</a:t>
            </a:r>
            <a:r>
              <a:rPr sz="3600" spc="-6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направляет</a:t>
            </a:r>
            <a:r>
              <a:rPr sz="3600" spc="-6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от</a:t>
            </a:r>
            <a:r>
              <a:rPr sz="3600" spc="-6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более</a:t>
            </a:r>
            <a:r>
              <a:rPr sz="3600" spc="-6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раннего</a:t>
            </a:r>
            <a:r>
              <a:rPr sz="3600" spc="-6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к</a:t>
            </a:r>
            <a:r>
              <a:rPr sz="3600" spc="-6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более</a:t>
            </a:r>
            <a:r>
              <a:rPr sz="3600" spc="-6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позднему</a:t>
            </a:r>
            <a:r>
              <a:rPr sz="3600" spc="-6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в</a:t>
            </a:r>
            <a:r>
              <a:rPr sz="3600" spc="-60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последовательности</a:t>
            </a:r>
            <a:r>
              <a:rPr sz="3600" spc="-10" dirty="0">
                <a:latin typeface="+mn-lt"/>
                <a:cs typeface="Georgia"/>
              </a:rPr>
              <a:t>.</a:t>
            </a:r>
            <a:endParaRPr sz="3600" dirty="0">
              <a:latin typeface="+mn-lt"/>
              <a:cs typeface="Georgia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57777A-1B0C-C92E-C9A5-25C7A4804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681" y="4511675"/>
            <a:ext cx="15087600" cy="640080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AE790A-5FBF-D01F-0EA2-28FB078A5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CE937A8-4347-AFAE-BD2F-A3434F208D0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146420" y="617332"/>
            <a:ext cx="15621000" cy="10778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ru-RU" dirty="0">
                <a:latin typeface="+mn-lt"/>
                <a:cs typeface="Arial Black"/>
              </a:rPr>
              <a:t>Как </a:t>
            </a:r>
            <a:r>
              <a:rPr lang="en-US" dirty="0">
                <a:latin typeface="+mn-lt"/>
                <a:cs typeface="Arial Black"/>
              </a:rPr>
              <a:t>spark </a:t>
            </a:r>
            <a:r>
              <a:rPr lang="ru-RU" dirty="0">
                <a:latin typeface="+mn-lt"/>
                <a:cs typeface="Arial Black"/>
              </a:rPr>
              <a:t>работает с запросами</a:t>
            </a:r>
            <a:endParaRPr dirty="0">
              <a:latin typeface="+mn-lt"/>
              <a:cs typeface="Arial Black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DF9AFCD-1122-F33D-DC61-3417D9DF7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072" y="3502025"/>
            <a:ext cx="15889956" cy="430530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50973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DBED16-BE6C-E554-4D65-9878C903F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1F9DA74-CF4D-AFEF-11D1-1CC3EEB080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3750" y="767720"/>
            <a:ext cx="10896600" cy="10778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ru-RU" spc="-45" dirty="0">
                <a:latin typeface="+mn-lt"/>
                <a:cs typeface="Arial Black"/>
              </a:rPr>
              <a:t>Ленивые вычисления</a:t>
            </a:r>
            <a:endParaRPr spc="-45" dirty="0">
              <a:latin typeface="+mn-lt"/>
              <a:cs typeface="Arial Black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E1AD330E-4F4C-B3A2-A0C5-031C8AABDBE1}"/>
              </a:ext>
            </a:extLst>
          </p:cNvPr>
          <p:cNvSpPr txBox="1">
            <a:spLocks/>
          </p:cNvSpPr>
          <p:nvPr/>
        </p:nvSpPr>
        <p:spPr>
          <a:xfrm>
            <a:off x="1346839" y="2225675"/>
            <a:ext cx="9018890" cy="3244672"/>
          </a:xfrm>
          <a:prstGeom prst="rect">
            <a:avLst/>
          </a:prstGeom>
        </p:spPr>
        <p:txBody>
          <a:bodyPr vert="horz" wrap="square" lIns="0" tIns="60898" rIns="0" bIns="0" rtlCol="0">
            <a:spAutoFit/>
          </a:bodyPr>
          <a:lstStyle>
            <a:lvl1pPr marL="0">
              <a:defRPr sz="36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3335" marR="5080">
              <a:lnSpc>
                <a:spcPct val="116199"/>
              </a:lnSpc>
              <a:spcBef>
                <a:spcPts val="90"/>
              </a:spcBef>
            </a:pPr>
            <a:r>
              <a:rPr lang="ru-RU" b="1" spc="260" dirty="0">
                <a:latin typeface="+mn-lt"/>
                <a:cs typeface="Arial"/>
              </a:rPr>
              <a:t>Трансформации</a:t>
            </a:r>
            <a:r>
              <a:rPr lang="en-US" b="1" spc="260" dirty="0">
                <a:latin typeface="+mn-lt"/>
                <a:cs typeface="Arial"/>
              </a:rPr>
              <a:t>:</a:t>
            </a:r>
            <a:r>
              <a:rPr lang="ru-RU" b="1" spc="260" dirty="0">
                <a:latin typeface="+mn-lt"/>
                <a:cs typeface="Arial"/>
              </a:rPr>
              <a:t> </a:t>
            </a:r>
          </a:p>
          <a:p>
            <a:pPr marL="756285" marR="5080" indent="-742950">
              <a:lnSpc>
                <a:spcPct val="116199"/>
              </a:lnSpc>
              <a:spcBef>
                <a:spcPts val="90"/>
              </a:spcBef>
              <a:buAutoNum type="arabicPeriod"/>
            </a:pPr>
            <a:r>
              <a:rPr lang="en-US" spc="260" dirty="0">
                <a:latin typeface="+mn-lt"/>
                <a:cs typeface="Arial" panose="020B0604020202020204" pitchFamily="34" charset="0"/>
              </a:rPr>
              <a:t>Lazy evaluation</a:t>
            </a:r>
            <a:r>
              <a:rPr lang="ru-RU" spc="260" dirty="0">
                <a:latin typeface="+mn-lt"/>
                <a:cs typeface="Arial" panose="020B0604020202020204" pitchFamily="34" charset="0"/>
              </a:rPr>
              <a:t> – выполняется отложено</a:t>
            </a:r>
          </a:p>
          <a:p>
            <a:pPr marL="756285" marR="5080" indent="-742950">
              <a:lnSpc>
                <a:spcPct val="116199"/>
              </a:lnSpc>
              <a:spcBef>
                <a:spcPts val="90"/>
              </a:spcBef>
              <a:buAutoNum type="arabicPeriod"/>
            </a:pPr>
            <a:r>
              <a:rPr lang="en-US" spc="-10" dirty="0">
                <a:latin typeface="+mn-lt"/>
                <a:cs typeface="Arial" panose="020B0604020202020204" pitchFamily="34" charset="0"/>
              </a:rPr>
              <a:t>Immutable </a:t>
            </a:r>
            <a:r>
              <a:rPr lang="ru-RU" spc="-10" dirty="0">
                <a:latin typeface="+mn-lt"/>
                <a:cs typeface="Arial" panose="020B0604020202020204" pitchFamily="34" charset="0"/>
              </a:rPr>
              <a:t>– создает новый </a:t>
            </a:r>
            <a:r>
              <a:rPr lang="en-US" spc="-10" dirty="0" err="1">
                <a:latin typeface="+mn-lt"/>
                <a:cs typeface="Arial" panose="020B0604020202020204" pitchFamily="34" charset="0"/>
              </a:rPr>
              <a:t>DataFrame</a:t>
            </a:r>
            <a:r>
              <a:rPr lang="en-US" spc="-10" dirty="0">
                <a:latin typeface="+mn-lt"/>
                <a:cs typeface="Arial" panose="020B0604020202020204" pitchFamily="34" charset="0"/>
              </a:rPr>
              <a:t>/RDD </a:t>
            </a:r>
            <a:r>
              <a:rPr lang="ru-RU" spc="-10" dirty="0">
                <a:latin typeface="+mn-lt"/>
                <a:cs typeface="Arial" panose="020B0604020202020204" pitchFamily="34" charset="0"/>
              </a:rPr>
              <a:t>из существующего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D971DE37-F8D6-B1DE-5DC2-EA2FC7608CF0}"/>
              </a:ext>
            </a:extLst>
          </p:cNvPr>
          <p:cNvSpPr txBox="1">
            <a:spLocks/>
          </p:cNvSpPr>
          <p:nvPr/>
        </p:nvSpPr>
        <p:spPr>
          <a:xfrm>
            <a:off x="11127728" y="2225675"/>
            <a:ext cx="8449322" cy="2618859"/>
          </a:xfrm>
          <a:prstGeom prst="rect">
            <a:avLst/>
          </a:prstGeom>
        </p:spPr>
        <p:txBody>
          <a:bodyPr vert="horz" wrap="square" lIns="0" tIns="60898" rIns="0" bIns="0" rtlCol="0">
            <a:spAutoFit/>
          </a:bodyPr>
          <a:lstStyle>
            <a:lvl1pPr marL="0">
              <a:defRPr sz="36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3335" marR="5080">
              <a:lnSpc>
                <a:spcPct val="116199"/>
              </a:lnSpc>
              <a:spcBef>
                <a:spcPts val="90"/>
              </a:spcBef>
            </a:pPr>
            <a:r>
              <a:rPr lang="ru-RU" b="1" spc="260" dirty="0">
                <a:latin typeface="+mn-lt"/>
                <a:cs typeface="Arial" panose="020B0604020202020204" pitchFamily="34" charset="0"/>
              </a:rPr>
              <a:t>Действия</a:t>
            </a:r>
            <a:r>
              <a:rPr lang="en-US" b="1" spc="260" dirty="0">
                <a:latin typeface="+mn-lt"/>
                <a:cs typeface="Arial" panose="020B0604020202020204" pitchFamily="34" charset="0"/>
              </a:rPr>
              <a:t>:</a:t>
            </a:r>
            <a:r>
              <a:rPr lang="ru-RU" b="1" spc="260" dirty="0">
                <a:latin typeface="+mn-lt"/>
                <a:cs typeface="Arial" panose="020B0604020202020204" pitchFamily="34" charset="0"/>
              </a:rPr>
              <a:t> </a:t>
            </a:r>
          </a:p>
          <a:p>
            <a:pPr marL="756285" marR="5080" indent="-742950">
              <a:lnSpc>
                <a:spcPct val="116199"/>
              </a:lnSpc>
              <a:spcBef>
                <a:spcPts val="90"/>
              </a:spcBef>
              <a:buFontTx/>
              <a:buAutoNum type="arabicPeriod"/>
            </a:pPr>
            <a:r>
              <a:rPr lang="ru-RU" spc="-10" dirty="0" err="1">
                <a:latin typeface="+mn-lt"/>
                <a:cs typeface="Arial" panose="020B0604020202020204" pitchFamily="34" charset="0"/>
              </a:rPr>
              <a:t>Триггерит</a:t>
            </a:r>
            <a:r>
              <a:rPr lang="ru-RU" spc="-10" dirty="0">
                <a:latin typeface="+mn-lt"/>
                <a:cs typeface="Arial" panose="020B0604020202020204" pitchFamily="34" charset="0"/>
              </a:rPr>
              <a:t> выполнение трансформаций</a:t>
            </a:r>
          </a:p>
          <a:p>
            <a:pPr marL="756285" marR="5080" indent="-742950">
              <a:lnSpc>
                <a:spcPct val="116199"/>
              </a:lnSpc>
              <a:spcBef>
                <a:spcPts val="90"/>
              </a:spcBef>
              <a:buFontTx/>
              <a:buAutoNum type="arabicPeriod"/>
            </a:pPr>
            <a:r>
              <a:rPr lang="ru-RU" spc="260" dirty="0">
                <a:latin typeface="+mn-lt"/>
                <a:cs typeface="Arial" panose="020B0604020202020204" pitchFamily="34" charset="0"/>
              </a:rPr>
              <a:t>Возвращает результат</a:t>
            </a:r>
            <a:r>
              <a:rPr lang="en-US" spc="260" dirty="0">
                <a:latin typeface="+mn-lt"/>
                <a:cs typeface="Arial" panose="020B0604020202020204" pitchFamily="34" charset="0"/>
              </a:rPr>
              <a:t>/</a:t>
            </a:r>
            <a:r>
              <a:rPr lang="ru-RU" spc="260" dirty="0">
                <a:latin typeface="+mn-lt"/>
                <a:cs typeface="Arial" panose="020B0604020202020204" pitchFamily="34" charset="0"/>
              </a:rPr>
              <a:t>записывает на диск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D066B56F-0B80-9DD0-90CB-9344C4AFDEB9}"/>
              </a:ext>
            </a:extLst>
          </p:cNvPr>
          <p:cNvSpPr txBox="1">
            <a:spLocks/>
          </p:cNvSpPr>
          <p:nvPr/>
        </p:nvSpPr>
        <p:spPr>
          <a:xfrm>
            <a:off x="1348956" y="6340475"/>
            <a:ext cx="9018890" cy="3925756"/>
          </a:xfrm>
          <a:prstGeom prst="rect">
            <a:avLst/>
          </a:prstGeom>
        </p:spPr>
        <p:txBody>
          <a:bodyPr vert="horz" wrap="square" lIns="0" tIns="60898" rIns="0" bIns="0" rtlCol="0">
            <a:spAutoFit/>
          </a:bodyPr>
          <a:lstStyle>
            <a:lvl1pPr marL="0">
              <a:defRPr sz="36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3335" marR="5080">
              <a:lnSpc>
                <a:spcPct val="116199"/>
              </a:lnSpc>
              <a:spcBef>
                <a:spcPts val="90"/>
              </a:spcBef>
            </a:pPr>
            <a:r>
              <a:rPr lang="ru-RU" b="1" spc="260" dirty="0">
                <a:latin typeface="+mn-lt"/>
                <a:cs typeface="Arial"/>
              </a:rPr>
              <a:t>Примеры</a:t>
            </a:r>
            <a:r>
              <a:rPr lang="en-US" b="1" spc="260" dirty="0">
                <a:latin typeface="+mn-lt"/>
                <a:cs typeface="Arial"/>
              </a:rPr>
              <a:t>:</a:t>
            </a:r>
            <a:r>
              <a:rPr lang="ru-RU" b="1" spc="260" dirty="0">
                <a:latin typeface="+mn-lt"/>
                <a:cs typeface="Arial"/>
              </a:rPr>
              <a:t> </a:t>
            </a:r>
          </a:p>
          <a:p>
            <a:pPr marL="756285" marR="5080" indent="-742950">
              <a:lnSpc>
                <a:spcPct val="116199"/>
              </a:lnSpc>
              <a:spcBef>
                <a:spcPts val="90"/>
              </a:spcBef>
              <a:buAutoNum type="arabicPeriod"/>
            </a:pPr>
            <a:r>
              <a:rPr lang="en-US" spc="260" dirty="0" err="1">
                <a:latin typeface="+mn-lt"/>
                <a:cs typeface="Arial" panose="020B0604020202020204" pitchFamily="34" charset="0"/>
              </a:rPr>
              <a:t>orderBy</a:t>
            </a:r>
            <a:r>
              <a:rPr lang="en-US" spc="260" dirty="0">
                <a:latin typeface="+mn-lt"/>
                <a:cs typeface="Arial" panose="020B0604020202020204" pitchFamily="34" charset="0"/>
              </a:rPr>
              <a:t>()</a:t>
            </a:r>
          </a:p>
          <a:p>
            <a:pPr marL="756285" marR="5080" indent="-742950">
              <a:lnSpc>
                <a:spcPct val="116199"/>
              </a:lnSpc>
              <a:spcBef>
                <a:spcPts val="90"/>
              </a:spcBef>
              <a:buAutoNum type="arabicPeriod"/>
            </a:pPr>
            <a:r>
              <a:rPr lang="en-US" spc="260" dirty="0" err="1">
                <a:latin typeface="+mn-lt"/>
                <a:cs typeface="Arial" panose="020B0604020202020204" pitchFamily="34" charset="0"/>
              </a:rPr>
              <a:t>groupBy</a:t>
            </a:r>
            <a:r>
              <a:rPr lang="en-US" spc="260" dirty="0">
                <a:latin typeface="+mn-lt"/>
                <a:cs typeface="Arial" panose="020B0604020202020204" pitchFamily="34" charset="0"/>
              </a:rPr>
              <a:t>()</a:t>
            </a:r>
          </a:p>
          <a:p>
            <a:pPr marL="756285" marR="5080" indent="-742950">
              <a:lnSpc>
                <a:spcPct val="116199"/>
              </a:lnSpc>
              <a:spcBef>
                <a:spcPts val="90"/>
              </a:spcBef>
              <a:buAutoNum type="arabicPeriod"/>
            </a:pPr>
            <a:r>
              <a:rPr lang="en-US" spc="260" dirty="0">
                <a:latin typeface="+mn-lt"/>
                <a:cs typeface="Arial" panose="020B0604020202020204" pitchFamily="34" charset="0"/>
              </a:rPr>
              <a:t>filter()</a:t>
            </a:r>
          </a:p>
          <a:p>
            <a:pPr marL="756285" marR="5080" indent="-742950">
              <a:lnSpc>
                <a:spcPct val="116199"/>
              </a:lnSpc>
              <a:spcBef>
                <a:spcPts val="90"/>
              </a:spcBef>
              <a:buAutoNum type="arabicPeriod"/>
            </a:pPr>
            <a:r>
              <a:rPr lang="en-US" spc="260" dirty="0">
                <a:latin typeface="+mn-lt"/>
                <a:cs typeface="Arial" panose="020B0604020202020204" pitchFamily="34" charset="0"/>
              </a:rPr>
              <a:t>select()</a:t>
            </a:r>
          </a:p>
          <a:p>
            <a:pPr marL="756285" marR="5080" indent="-742950">
              <a:lnSpc>
                <a:spcPct val="116199"/>
              </a:lnSpc>
              <a:spcBef>
                <a:spcPts val="90"/>
              </a:spcBef>
              <a:buAutoNum type="arabicPeriod"/>
            </a:pPr>
            <a:r>
              <a:rPr lang="en-US" spc="260" dirty="0">
                <a:latin typeface="+mn-lt"/>
                <a:cs typeface="Arial" panose="020B0604020202020204" pitchFamily="34" charset="0"/>
              </a:rPr>
              <a:t>join()</a:t>
            </a:r>
            <a:r>
              <a:rPr lang="ru-RU" spc="260" dirty="0">
                <a:latin typeface="+mn-lt"/>
                <a:cs typeface="Arial" panose="020B0604020202020204" pitchFamily="34" charset="0"/>
              </a:rPr>
              <a:t> </a:t>
            </a:r>
            <a:endParaRPr lang="ru-RU" spc="-1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B7CDD7AB-9C6A-B0F4-E6A5-5DD40B1CA99E}"/>
              </a:ext>
            </a:extLst>
          </p:cNvPr>
          <p:cNvSpPr txBox="1">
            <a:spLocks/>
          </p:cNvSpPr>
          <p:nvPr/>
        </p:nvSpPr>
        <p:spPr>
          <a:xfrm>
            <a:off x="11163711" y="6340475"/>
            <a:ext cx="8449322" cy="3925756"/>
          </a:xfrm>
          <a:prstGeom prst="rect">
            <a:avLst/>
          </a:prstGeom>
        </p:spPr>
        <p:txBody>
          <a:bodyPr vert="horz" wrap="square" lIns="0" tIns="60898" rIns="0" bIns="0" rtlCol="0">
            <a:spAutoFit/>
          </a:bodyPr>
          <a:lstStyle>
            <a:lvl1pPr marL="0">
              <a:defRPr sz="36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3335" marR="5080">
              <a:lnSpc>
                <a:spcPct val="116199"/>
              </a:lnSpc>
              <a:spcBef>
                <a:spcPts val="90"/>
              </a:spcBef>
            </a:pPr>
            <a:r>
              <a:rPr lang="ru-RU" b="1" spc="260" dirty="0">
                <a:latin typeface="+mn-lt"/>
                <a:cs typeface="Arial" panose="020B0604020202020204" pitchFamily="34" charset="0"/>
              </a:rPr>
              <a:t>Примеры</a:t>
            </a:r>
            <a:r>
              <a:rPr lang="en-US" b="1" spc="260" dirty="0">
                <a:latin typeface="+mn-lt"/>
                <a:cs typeface="Arial" panose="020B0604020202020204" pitchFamily="34" charset="0"/>
              </a:rPr>
              <a:t>:</a:t>
            </a:r>
            <a:r>
              <a:rPr lang="ru-RU" b="1" spc="260" dirty="0">
                <a:latin typeface="+mn-lt"/>
                <a:cs typeface="Arial" panose="020B0604020202020204" pitchFamily="34" charset="0"/>
              </a:rPr>
              <a:t> </a:t>
            </a:r>
          </a:p>
          <a:p>
            <a:pPr marL="756285" marR="5080" indent="-742950">
              <a:lnSpc>
                <a:spcPct val="116199"/>
              </a:lnSpc>
              <a:spcBef>
                <a:spcPts val="90"/>
              </a:spcBef>
              <a:buAutoNum type="arabicPeriod"/>
            </a:pPr>
            <a:r>
              <a:rPr lang="en-US" spc="260" dirty="0">
                <a:latin typeface="+mn-lt"/>
                <a:cs typeface="Arial" panose="020B0604020202020204" pitchFamily="34" charset="0"/>
              </a:rPr>
              <a:t>show()</a:t>
            </a:r>
          </a:p>
          <a:p>
            <a:pPr marL="756285" marR="5080" indent="-742950">
              <a:lnSpc>
                <a:spcPct val="116199"/>
              </a:lnSpc>
              <a:spcBef>
                <a:spcPts val="90"/>
              </a:spcBef>
              <a:buAutoNum type="arabicPeriod"/>
            </a:pPr>
            <a:r>
              <a:rPr lang="en-US" spc="260" dirty="0">
                <a:latin typeface="+mn-lt"/>
                <a:cs typeface="Arial" panose="020B0604020202020204" pitchFamily="34" charset="0"/>
              </a:rPr>
              <a:t>take()</a:t>
            </a:r>
          </a:p>
          <a:p>
            <a:pPr marL="756285" marR="5080" indent="-742950">
              <a:lnSpc>
                <a:spcPct val="116199"/>
              </a:lnSpc>
              <a:spcBef>
                <a:spcPts val="90"/>
              </a:spcBef>
              <a:buAutoNum type="arabicPeriod"/>
            </a:pPr>
            <a:r>
              <a:rPr lang="en-US" spc="260" dirty="0">
                <a:latin typeface="+mn-lt"/>
                <a:cs typeface="Arial" panose="020B0604020202020204" pitchFamily="34" charset="0"/>
              </a:rPr>
              <a:t>collect()</a:t>
            </a:r>
          </a:p>
          <a:p>
            <a:pPr marL="756285" marR="5080" indent="-742950">
              <a:lnSpc>
                <a:spcPct val="116199"/>
              </a:lnSpc>
              <a:spcBef>
                <a:spcPts val="90"/>
              </a:spcBef>
              <a:buAutoNum type="arabicPeriod"/>
            </a:pPr>
            <a:r>
              <a:rPr lang="en-US" spc="260" dirty="0">
                <a:latin typeface="+mn-lt"/>
                <a:cs typeface="Arial" panose="020B0604020202020204" pitchFamily="34" charset="0"/>
              </a:rPr>
              <a:t>count()</a:t>
            </a:r>
          </a:p>
          <a:p>
            <a:pPr marL="756285" marR="5080" indent="-742950">
              <a:lnSpc>
                <a:spcPct val="116199"/>
              </a:lnSpc>
              <a:spcBef>
                <a:spcPts val="90"/>
              </a:spcBef>
              <a:buAutoNum type="arabicPeriod"/>
            </a:pPr>
            <a:r>
              <a:rPr lang="en-US" spc="260" dirty="0">
                <a:latin typeface="+mn-lt"/>
                <a:cs typeface="Arial" panose="020B0604020202020204" pitchFamily="34" charset="0"/>
              </a:rPr>
              <a:t>save()</a:t>
            </a:r>
            <a:endParaRPr lang="ru-RU" spc="260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7661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32054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+mn-lt"/>
                <a:cs typeface="Arial Black"/>
              </a:rPr>
              <a:t>Transformations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7609" y="2109702"/>
            <a:ext cx="15606464" cy="8821327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44895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+mn-lt"/>
                <a:cs typeface="Arial Black"/>
              </a:rPr>
              <a:t>Actions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0680" y="2158826"/>
            <a:ext cx="17775683" cy="8757399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B5BCE11-183D-FF54-9C49-49421582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" y="417021"/>
            <a:ext cx="6134956" cy="12574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114040">
              <a:lnSpc>
                <a:spcPct val="100000"/>
              </a:lnSpc>
              <a:spcBef>
                <a:spcPts val="125"/>
              </a:spcBef>
            </a:pPr>
            <a:r>
              <a:rPr spc="-75" dirty="0">
                <a:latin typeface="+mn-lt"/>
              </a:rPr>
              <a:t>Жизненный</a:t>
            </a:r>
            <a:r>
              <a:rPr spc="-640" dirty="0">
                <a:latin typeface="+mn-lt"/>
              </a:rPr>
              <a:t> </a:t>
            </a:r>
            <a:r>
              <a:rPr spc="-60" dirty="0">
                <a:latin typeface="+mn-lt"/>
              </a:rPr>
              <a:t>цикл</a:t>
            </a:r>
            <a:r>
              <a:rPr spc="-660" dirty="0">
                <a:latin typeface="+mn-lt"/>
              </a:rPr>
              <a:t> </a:t>
            </a:r>
            <a:r>
              <a:rPr spc="-25" dirty="0">
                <a:latin typeface="+mn-lt"/>
                <a:cs typeface="Arial Black"/>
              </a:rPr>
              <a:t>RDD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0877" y="2079282"/>
            <a:ext cx="13635946" cy="8804622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589145">
              <a:lnSpc>
                <a:spcPct val="100000"/>
              </a:lnSpc>
              <a:spcBef>
                <a:spcPts val="125"/>
              </a:spcBef>
            </a:pPr>
            <a:r>
              <a:rPr spc="-85" dirty="0">
                <a:latin typeface="+mn-lt"/>
              </a:rPr>
              <a:t>Практика</a:t>
            </a:r>
            <a:r>
              <a:rPr spc="-640" dirty="0">
                <a:latin typeface="+mn-lt"/>
              </a:rPr>
              <a:t> </a:t>
            </a:r>
            <a:r>
              <a:rPr spc="-25" dirty="0">
                <a:latin typeface="+mn-lt"/>
                <a:cs typeface="Arial Black"/>
              </a:rPr>
              <a:t>RDD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4388" y="3162982"/>
            <a:ext cx="13328015" cy="50250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245110" algn="just">
              <a:lnSpc>
                <a:spcPct val="116199"/>
              </a:lnSpc>
              <a:spcBef>
                <a:spcPts val="90"/>
              </a:spcBef>
            </a:pPr>
            <a:r>
              <a:rPr sz="3600" dirty="0">
                <a:latin typeface="+mn-lt"/>
                <a:cs typeface="Times New Roman"/>
              </a:rPr>
              <a:t>Репозиторий</a:t>
            </a:r>
            <a:r>
              <a:rPr sz="3600" spc="-5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на</a:t>
            </a:r>
            <a:r>
              <a:rPr sz="3600" spc="-5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Georgia"/>
              </a:rPr>
              <a:t>GitHub</a:t>
            </a:r>
            <a:r>
              <a:rPr sz="3600" spc="-20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Times New Roman"/>
              </a:rPr>
              <a:t>с</a:t>
            </a:r>
            <a:r>
              <a:rPr sz="3600" spc="-55" dirty="0">
                <a:latin typeface="+mn-lt"/>
                <a:cs typeface="Times New Roman"/>
              </a:rPr>
              <a:t> </a:t>
            </a:r>
            <a:r>
              <a:rPr sz="3600" spc="65" dirty="0">
                <a:latin typeface="+mn-lt"/>
                <a:cs typeface="Georgia"/>
              </a:rPr>
              <a:t>python-</a:t>
            </a:r>
            <a:r>
              <a:rPr sz="3600" spc="-45" dirty="0">
                <a:latin typeface="+mn-lt"/>
                <a:cs typeface="Times New Roman"/>
              </a:rPr>
              <a:t>ноутбуком</a:t>
            </a:r>
            <a:r>
              <a:rPr sz="3600" spc="-5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и</a:t>
            </a:r>
            <a:r>
              <a:rPr sz="3600" spc="-5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файлом</a:t>
            </a:r>
            <a:r>
              <a:rPr sz="3600" spc="-6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с</a:t>
            </a:r>
            <a:r>
              <a:rPr sz="3600" spc="-5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данными </a:t>
            </a:r>
            <a:r>
              <a:rPr sz="3600" spc="-20" dirty="0">
                <a:latin typeface="+mn-lt"/>
                <a:cs typeface="Times New Roman"/>
              </a:rPr>
              <a:t>Рекомендуется</a:t>
            </a:r>
            <a:r>
              <a:rPr sz="3600" spc="-8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его</a:t>
            </a:r>
            <a:r>
              <a:rPr sz="3600" spc="-8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загрузить</a:t>
            </a:r>
            <a:r>
              <a:rPr sz="3600" spc="-8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в</a:t>
            </a:r>
            <a:r>
              <a:rPr sz="3600" spc="-80" dirty="0">
                <a:latin typeface="+mn-lt"/>
                <a:cs typeface="Times New Roman"/>
              </a:rPr>
              <a:t> </a:t>
            </a:r>
            <a:r>
              <a:rPr sz="3600" spc="175" dirty="0">
                <a:latin typeface="+mn-lt"/>
                <a:cs typeface="Georgia"/>
              </a:rPr>
              <a:t>Google</a:t>
            </a:r>
            <a:r>
              <a:rPr sz="3600" spc="-50" dirty="0">
                <a:latin typeface="+mn-lt"/>
                <a:cs typeface="Georgia"/>
              </a:rPr>
              <a:t> </a:t>
            </a:r>
            <a:r>
              <a:rPr sz="3600" spc="150" dirty="0">
                <a:latin typeface="+mn-lt"/>
                <a:cs typeface="Georgia"/>
              </a:rPr>
              <a:t>Collab</a:t>
            </a:r>
            <a:r>
              <a:rPr sz="3600" spc="-50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Georgia"/>
              </a:rPr>
              <a:t>(</a:t>
            </a:r>
            <a:r>
              <a:rPr sz="3600" dirty="0">
                <a:latin typeface="+mn-lt"/>
                <a:cs typeface="Times New Roman"/>
              </a:rPr>
              <a:t>вместе</a:t>
            </a:r>
            <a:r>
              <a:rPr sz="3600" spc="-8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с</a:t>
            </a:r>
            <a:r>
              <a:rPr sz="3600" spc="-80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данными</a:t>
            </a:r>
            <a:r>
              <a:rPr sz="3600" spc="-10" dirty="0">
                <a:latin typeface="+mn-lt"/>
                <a:cs typeface="Georgia"/>
              </a:rPr>
              <a:t>) </a:t>
            </a:r>
            <a:r>
              <a:rPr sz="3600" dirty="0">
                <a:latin typeface="+mn-lt"/>
                <a:cs typeface="Times New Roman"/>
              </a:rPr>
              <a:t>и</a:t>
            </a:r>
            <a:r>
              <a:rPr sz="3600" spc="-105" dirty="0">
                <a:latin typeface="+mn-lt"/>
                <a:cs typeface="Times New Roman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запускать</a:t>
            </a:r>
            <a:r>
              <a:rPr sz="3600" spc="-10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от</a:t>
            </a:r>
            <a:r>
              <a:rPr sz="3600" spc="-100" dirty="0">
                <a:latin typeface="+mn-lt"/>
                <a:cs typeface="Times New Roman"/>
              </a:rPr>
              <a:t> </a:t>
            </a:r>
            <a:r>
              <a:rPr sz="3600" spc="-20" dirty="0">
                <a:latin typeface="+mn-lt"/>
                <a:cs typeface="Times New Roman"/>
              </a:rPr>
              <a:t>туда</a:t>
            </a:r>
            <a:endParaRPr sz="3600" dirty="0">
              <a:latin typeface="+mn-lt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80"/>
              </a:spcBef>
            </a:pPr>
            <a:r>
              <a:rPr sz="3600" spc="-10" dirty="0">
                <a:latin typeface="+mn-lt"/>
                <a:cs typeface="Times New Roman"/>
              </a:rPr>
              <a:t>Дано</a:t>
            </a:r>
            <a:r>
              <a:rPr sz="3600" spc="-10" dirty="0">
                <a:latin typeface="+mn-lt"/>
                <a:cs typeface="Georgia"/>
              </a:rPr>
              <a:t>:</a:t>
            </a:r>
            <a:r>
              <a:rPr sz="3600" spc="70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Times New Roman"/>
              </a:rPr>
              <a:t>файл</a:t>
            </a:r>
            <a:r>
              <a:rPr sz="3600" spc="4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Georgia"/>
              </a:rPr>
              <a:t>google_queries.csv</a:t>
            </a:r>
            <a:r>
              <a:rPr sz="3600" spc="75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Times New Roman"/>
              </a:rPr>
              <a:t>с</a:t>
            </a:r>
            <a:r>
              <a:rPr sz="3600" spc="3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запросами</a:t>
            </a:r>
            <a:r>
              <a:rPr sz="3600" spc="4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в</a:t>
            </a:r>
            <a:r>
              <a:rPr sz="3600" spc="40" dirty="0">
                <a:latin typeface="+mn-lt"/>
                <a:cs typeface="Times New Roman"/>
              </a:rPr>
              <a:t> </a:t>
            </a:r>
            <a:r>
              <a:rPr sz="3600" spc="135" dirty="0">
                <a:latin typeface="+mn-lt"/>
                <a:cs typeface="Georgia"/>
              </a:rPr>
              <a:t>google</a:t>
            </a:r>
            <a:endParaRPr sz="3600" dirty="0">
              <a:latin typeface="+mn-lt"/>
              <a:cs typeface="Georgia"/>
            </a:endParaRPr>
          </a:p>
          <a:p>
            <a:pPr marL="12700" marR="5080">
              <a:lnSpc>
                <a:spcPct val="116199"/>
              </a:lnSpc>
            </a:pPr>
            <a:r>
              <a:rPr sz="3600" dirty="0">
                <a:latin typeface="+mn-lt"/>
                <a:cs typeface="Times New Roman"/>
              </a:rPr>
              <a:t>В</a:t>
            </a:r>
            <a:r>
              <a:rPr sz="3600" spc="-7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каждой</a:t>
            </a:r>
            <a:r>
              <a:rPr sz="3600" spc="-7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строке</a:t>
            </a:r>
            <a:r>
              <a:rPr sz="3600" spc="-7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указано</a:t>
            </a:r>
            <a:r>
              <a:rPr sz="3600" spc="-7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запрос</a:t>
            </a:r>
            <a:r>
              <a:rPr sz="3600" dirty="0">
                <a:latin typeface="+mn-lt"/>
                <a:cs typeface="Georgia"/>
              </a:rPr>
              <a:t>,</a:t>
            </a:r>
            <a:r>
              <a:rPr sz="3600" spc="-40" dirty="0">
                <a:latin typeface="+mn-lt"/>
                <a:cs typeface="Georgia"/>
              </a:rPr>
              <a:t> </a:t>
            </a:r>
            <a:r>
              <a:rPr sz="3600" spc="-10" dirty="0">
                <a:latin typeface="+mn-lt"/>
                <a:cs typeface="Times New Roman"/>
              </a:rPr>
              <a:t>количество</a:t>
            </a:r>
            <a:r>
              <a:rPr sz="3600" spc="-7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за</a:t>
            </a:r>
            <a:r>
              <a:rPr sz="3600" spc="-75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день</a:t>
            </a:r>
            <a:r>
              <a:rPr sz="3600" dirty="0">
                <a:latin typeface="+mn-lt"/>
                <a:cs typeface="Georgia"/>
              </a:rPr>
              <a:t>,</a:t>
            </a:r>
            <a:r>
              <a:rPr sz="3600" spc="-40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Times New Roman"/>
              </a:rPr>
              <a:t>день</a:t>
            </a:r>
            <a:r>
              <a:rPr sz="3600" spc="-70" dirty="0">
                <a:latin typeface="+mn-lt"/>
                <a:cs typeface="Times New Roman"/>
              </a:rPr>
              <a:t> </a:t>
            </a:r>
            <a:r>
              <a:rPr sz="3600" dirty="0">
                <a:latin typeface="+mn-lt"/>
                <a:cs typeface="Times New Roman"/>
              </a:rPr>
              <a:t>запроса</a:t>
            </a:r>
            <a:r>
              <a:rPr sz="3600" spc="-75" dirty="0">
                <a:latin typeface="+mn-lt"/>
                <a:cs typeface="Times New Roman"/>
              </a:rPr>
              <a:t> </a:t>
            </a:r>
            <a:r>
              <a:rPr sz="3600" spc="-50" dirty="0">
                <a:latin typeface="+mn-lt"/>
                <a:cs typeface="Times New Roman"/>
              </a:rPr>
              <a:t>в </a:t>
            </a:r>
            <a:r>
              <a:rPr sz="3600" dirty="0">
                <a:latin typeface="+mn-lt"/>
                <a:cs typeface="Times New Roman"/>
              </a:rPr>
              <a:t>виде</a:t>
            </a:r>
            <a:r>
              <a:rPr sz="3600" spc="-5" dirty="0">
                <a:latin typeface="+mn-lt"/>
                <a:cs typeface="Times New Roman"/>
              </a:rPr>
              <a:t> </a:t>
            </a:r>
            <a:r>
              <a:rPr sz="3600" spc="-140" dirty="0">
                <a:latin typeface="+mn-lt"/>
                <a:cs typeface="Georgia"/>
              </a:rPr>
              <a:t>«</a:t>
            </a:r>
            <a:r>
              <a:rPr sz="3600" spc="-140" dirty="0">
                <a:latin typeface="+mn-lt"/>
                <a:cs typeface="Times New Roman"/>
              </a:rPr>
              <a:t>карты</a:t>
            </a:r>
            <a:r>
              <a:rPr sz="3600" spc="-140" dirty="0">
                <a:latin typeface="+mn-lt"/>
                <a:cs typeface="Georgia"/>
              </a:rPr>
              <a:t>,4,2025-</a:t>
            </a:r>
            <a:r>
              <a:rPr sz="3600" spc="-260" dirty="0">
                <a:latin typeface="+mn-lt"/>
                <a:cs typeface="Georgia"/>
              </a:rPr>
              <a:t>01-</a:t>
            </a:r>
            <a:r>
              <a:rPr sz="3600" spc="-245" dirty="0">
                <a:latin typeface="+mn-lt"/>
                <a:cs typeface="Georgia"/>
              </a:rPr>
              <a:t>19»</a:t>
            </a:r>
            <a:r>
              <a:rPr sz="3600" spc="35" dirty="0">
                <a:latin typeface="+mn-lt"/>
                <a:cs typeface="Georgia"/>
              </a:rPr>
              <a:t> </a:t>
            </a:r>
            <a:r>
              <a:rPr sz="3600" dirty="0">
                <a:latin typeface="+mn-lt"/>
                <a:cs typeface="Times New Roman"/>
              </a:rPr>
              <a:t>и</a:t>
            </a:r>
            <a:r>
              <a:rPr sz="3600" spc="-5" dirty="0">
                <a:latin typeface="+mn-lt"/>
                <a:cs typeface="Times New Roman"/>
              </a:rPr>
              <a:t> </a:t>
            </a:r>
            <a:r>
              <a:rPr sz="3600" spc="-25" dirty="0">
                <a:latin typeface="+mn-lt"/>
                <a:cs typeface="Times New Roman"/>
              </a:rPr>
              <a:t>т</a:t>
            </a:r>
            <a:r>
              <a:rPr lang="ru-RU" sz="3600" spc="-25" dirty="0">
                <a:latin typeface="+mn-lt"/>
                <a:cs typeface="Times New Roman"/>
              </a:rPr>
              <a:t>.</a:t>
            </a:r>
            <a:r>
              <a:rPr sz="3600" spc="-25" dirty="0">
                <a:latin typeface="+mn-lt"/>
                <a:cs typeface="Times New Roman"/>
              </a:rPr>
              <a:t>д</a:t>
            </a:r>
            <a:r>
              <a:rPr lang="ru-RU" sz="3600" spc="-25" dirty="0">
                <a:latin typeface="+mn-lt"/>
                <a:cs typeface="Times New Roman"/>
              </a:rPr>
              <a:t>.</a:t>
            </a:r>
            <a:endParaRPr sz="3600" dirty="0">
              <a:latin typeface="+mn-lt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75"/>
              </a:spcBef>
            </a:pPr>
            <a:r>
              <a:rPr lang="en-US" sz="3600" u="sng" spc="6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https://github.com/tolokonov/hse_pyspark</a:t>
            </a:r>
            <a:endParaRPr sz="36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7313" y="4509110"/>
            <a:ext cx="842962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>
                <a:latin typeface="+mn-lt"/>
              </a:rPr>
              <a:t>Спасибо</a:t>
            </a:r>
            <a:r>
              <a:rPr spc="-700" dirty="0">
                <a:latin typeface="+mn-lt"/>
              </a:rPr>
              <a:t> </a:t>
            </a:r>
            <a:r>
              <a:rPr spc="-35" dirty="0">
                <a:latin typeface="+mn-lt"/>
              </a:rPr>
              <a:t>за</a:t>
            </a:r>
            <a:r>
              <a:rPr spc="-680" dirty="0">
                <a:latin typeface="+mn-lt"/>
              </a:rPr>
              <a:t> </a:t>
            </a:r>
            <a:r>
              <a:rPr spc="-110" dirty="0">
                <a:latin typeface="+mn-lt"/>
              </a:rPr>
              <a:t>внимание</a:t>
            </a:r>
            <a:r>
              <a:rPr b="0" spc="-110" dirty="0">
                <a:latin typeface="+mn-lt"/>
                <a:cs typeface="Arial Black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952</TotalTime>
  <Words>841</Words>
  <Application>Microsoft Office PowerPoint</Application>
  <PresentationFormat>Произвольный</PresentationFormat>
  <Paragraphs>137</Paragraphs>
  <Slides>25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2" baseType="lpstr">
      <vt:lpstr>Arial</vt:lpstr>
      <vt:lpstr>Arial Black</vt:lpstr>
      <vt:lpstr>Arial MT</vt:lpstr>
      <vt:lpstr>Calibri</vt:lpstr>
      <vt:lpstr>Georgia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Как хранить большие данные?</vt:lpstr>
      <vt:lpstr>Презентация PowerPoint</vt:lpstr>
      <vt:lpstr>Как обрабатывать большие данные?</vt:lpstr>
      <vt:lpstr>Как управлять ресурсами кластера?</vt:lpstr>
      <vt:lpstr>MapReduce vs Spark</vt:lpstr>
      <vt:lpstr>MapReduce vs Spark</vt:lpstr>
      <vt:lpstr>MapReduce vs Spark</vt:lpstr>
      <vt:lpstr>MapReduce vs Spark</vt:lpstr>
      <vt:lpstr>MapReduce vs Spark</vt:lpstr>
      <vt:lpstr>Apache Spark Driver &amp; Executor</vt:lpstr>
      <vt:lpstr>Apache Spark</vt:lpstr>
      <vt:lpstr>RDD</vt:lpstr>
      <vt:lpstr>Основные команды RDD</vt:lpstr>
      <vt:lpstr>Spark DataFrame</vt:lpstr>
      <vt:lpstr>DAG</vt:lpstr>
      <vt:lpstr>Как spark работает с запросами</vt:lpstr>
      <vt:lpstr>Ленивые вычисления</vt:lpstr>
      <vt:lpstr>Transformations</vt:lpstr>
      <vt:lpstr>Actions</vt:lpstr>
      <vt:lpstr>Жизненный цикл RDD</vt:lpstr>
      <vt:lpstr>Практика RDD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Presentation2</dc:title>
  <cp:lastModifiedBy>Илья Толоконов</cp:lastModifiedBy>
  <cp:revision>14</cp:revision>
  <dcterms:created xsi:type="dcterms:W3CDTF">2025-09-28T07:00:51Z</dcterms:created>
  <dcterms:modified xsi:type="dcterms:W3CDTF">2026-03-21T08:22:31Z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2025-02-26T00:00:00Z</vt:filetime>
  </property>
  <property fmtid="{D5CDD505-2E9C-101B-9397-08002B2CF9AE}" pid="3" name="Creator">
    <vt:lpwstr>Keynote</vt:lpwstr>
  </property>
  <property fmtid="{D5CDD505-2E9C-101B-9397-08002B2CF9AE}" pid="4" name="LastSaved">
    <vt:filetime>2025-09-28T00:00:00Z</vt:filetime>
  </property>
  <property fmtid="{D5CDD505-2E9C-101B-9397-08002B2CF9AE}" pid="5" name="Producer">
    <vt:lpwstr>macOS Версия 15.3.1 (Выпуск 24D70) Quartz PDFContext</vt:lpwstr>
  </property>
</Properties>
</file>